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ACCESS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Overtime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Process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Reference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3FE0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8587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3FE0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8587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Jobs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3FE0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8587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1500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840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3FE0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8587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81812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·  29th June 2026  ·  Prowess HR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automated through Benefits Access, workflow and CPI integration.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124712"/>
            <a:ext cx="548640" cy="548640"/>
          </a:xfrm>
          <a:prstGeom prst="ellipse">
            <a:avLst/>
          </a:prstGeom>
          <a:solidFill>
            <a:srgbClr val="1A1F6B"/>
          </a:solidFill>
          <a:ln w="12700">
            <a:solidFill>
              <a:srgbClr val="1A1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Submits 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→ Reimbursements → Start Claim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18488" y="2240280"/>
            <a:ext cx="137160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0552" y="1124712"/>
            <a:ext cx="548640" cy="548640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01368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CPI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9656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 Pending = Yes · Budget Pending updated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54096" y="2240280"/>
            <a:ext cx="137160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91256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1124712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36976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55264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→ employee, budget, OT records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9704" y="2240280"/>
            <a:ext cx="137160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01768" y="1124712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72584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90872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Send Back with comment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25312" y="2240280"/>
            <a:ext cx="137160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37376" y="1124712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08192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CPI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= Yes · Budget Approved updated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60920" y="2240280"/>
            <a:ext cx="137160" cy="0"/>
          </a:xfrm>
          <a:prstGeom prst="line">
            <a:avLst/>
          </a:prstGeom>
          <a:noFill/>
          <a:ln w="19050">
            <a:solidFill>
              <a:srgbClr val="AABB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960120"/>
            <a:ext cx="1298448" cy="256032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72984" y="1124712"/>
            <a:ext cx="548640" cy="548640"/>
          </a:xfrm>
          <a:prstGeom prst="ellipse">
            <a:avLst/>
          </a:prstGeom>
          <a:solidFill>
            <a:srgbClr val="2E9B7E"/>
          </a:solidFill>
          <a:ln w="12700">
            <a:solidFill>
              <a:srgbClr val="2E9B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72984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43800" y="178308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62088" y="2624328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record removed from drop-down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KEY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794760"/>
            <a:ext cx="182880" cy="182880"/>
          </a:xfrm>
          <a:prstGeom prst="ellipse">
            <a:avLst/>
          </a:prstGeom>
          <a:solidFill>
            <a:srgbClr val="1A1F6B"/>
          </a:solidFill>
          <a:ln w="12700">
            <a:solidFill>
              <a:srgbClr val="1A1F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3794760"/>
            <a:ext cx="182880" cy="1828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3794760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3794760"/>
            <a:ext cx="182880" cy="182880"/>
          </a:xfrm>
          <a:prstGeom prst="ellipse">
            <a:avLst/>
          </a:prstGeom>
          <a:solidFill>
            <a:srgbClr val="2E9B7E"/>
          </a:solidFill>
          <a:ln w="12700">
            <a:solidFill>
              <a:srgbClr val="2E9B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SUBMISSION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steps from login to claim submission — entirely inside Benefits Access.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SAP SuccessFactors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" y="1389888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682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Benefits Overview on Home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" y="2048256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Access Claims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" y="2706624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80944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999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Reimbursements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" y="3364992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39312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 Claim under Overtime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4648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OT drop-down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01184" y="1389888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64208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84648" y="1682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month / OT record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01184" y="2048256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22576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auto-populated OT data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01184" y="2706624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980944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84648" y="2999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Comment if needed · Save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01184" y="3364992"/>
            <a:ext cx="0" cy="274320"/>
          </a:xfrm>
          <a:prstGeom prst="line">
            <a:avLst/>
          </a:prstGeom>
          <a:noFill/>
          <a:ln w="19050">
            <a:solidFill>
              <a:srgbClr val="C0CF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639312"/>
            <a:ext cx="384048" cy="384048"/>
          </a:xfrm>
          <a:prstGeom prst="ellipse">
            <a:avLst/>
          </a:prstGeom>
          <a:solidFill>
            <a:srgbClr val="3B3FE0"/>
          </a:solidFill>
          <a:ln w="12700">
            <a:solidFill>
              <a:srgbClr val="3B3F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84648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overtime claim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4315968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BDD0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616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Drop-down: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unclaimed records for the selected month. Already-claimed records are hidden — preventing duplicate submissions. If recorded time is wrong, update the Timesheet; the page auto-refreshes.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&amp; SYSTEM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the employee submits — workflow, manager review, and CPI jobs.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155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· System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routed via configured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CPI runs: WF Pending → Yes · duplicate submissions blocked for the same 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155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12 &amp; 13 · Manager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105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appears in Manager Home approval inbox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13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screen shows: employee details, department budget (Total · Approved · Pending · Variance) and OT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1868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 &amp; 15 · Manager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or Send 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9136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claim accepted; Approved CPI sets WF Pending → No, Claimed → Yes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416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— returned with reason in Comment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11480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1868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E9B7E"/>
          </a:solidFill>
          <a:ln w="12700">
            <a:solidFill>
              <a:srgbClr val="2E9B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18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· Outcome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3547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Closed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OT record marked Claimed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416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removed from OT drop-down — cannot be claimed again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budget is automatically updated by two CPI jobs throughout the claim lifecycle.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ON APPROVAL SCREEN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Budget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department budget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61872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approved OT amounts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61872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Submitted, not-yet-approved claims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261872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− (Approved + Pending)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4114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33172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CPI Job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employee submits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 Pending → 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OT updated from submitted hours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recalculated automatically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078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duplicate submissions for same month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12848"/>
            <a:ext cx="4114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2331720"/>
            <a:ext cx="457200" cy="457200"/>
          </a:xfrm>
          <a:prstGeom prst="ellipse">
            <a:avLst/>
          </a:prstGeom>
          <a:solidFill>
            <a:srgbClr val="2E9B7E"/>
          </a:solidFill>
          <a:ln w="12700">
            <a:solidFill>
              <a:srgbClr val="2E9B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CPI Job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19472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manager approves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→ Yes  ·  WF Pending → 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budget incremented by approved 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recalculated (claim removed)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078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recalculated automatically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Pending may temporarily differ if multiple employees submit simultaneously — depends on CPI job timing. Approved and Variance update accurately after the Approved CPI job completes.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solution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details auto-retrieved from the Timesheet — no manual data entry required from the employee.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581912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96128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Integrity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1305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through the configured approval workflow with manager visibility of budget context.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2E9B7E"/>
          </a:solidFill>
          <a:ln w="12700">
            <a:solidFill>
              <a:srgbClr val="2E9B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Control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822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budget continuously updated by Pending and Approved CPI jobs — Total, Approved, Pending and Variance.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7355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96128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822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records removed from the OT drop-down — the same overtime cannot be claimed twice.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governed and auditable overtime-claim process — entirely inside SuccessFactors, with budget-aware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3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74320"/>
            <a:ext cx="274320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Overtime Claim  ·  Benefits Access Process Guide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·  29th June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Prowess, Better Together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Overtime Claim Process — Master Reference</dc:title>
  <dc:subject>PptxGenJS Presentation</dc:subject>
  <dc:creator>PptxGenJS</dc:creator>
  <cp:lastModifiedBy>PptxGenJS</cp:lastModifiedBy>
  <cp:revision>1</cp:revision>
  <dcterms:created xsi:type="dcterms:W3CDTF">2026-07-01T09:14:08Z</dcterms:created>
  <dcterms:modified xsi:type="dcterms:W3CDTF">2026-07-01T09:14:08Z</dcterms:modified>
</cp:coreProperties>
</file>