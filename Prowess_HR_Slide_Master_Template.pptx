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Cover - Introduction" showMasterSp="0"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61320" y="594360"/>
            <a:ext cx="155448" cy="155448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91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3FE0"/>
                </a:solidFill>
                <a:latin typeface="Segoe UI Semibold"/>
              </a:rPr>
              <a:t>PROWESS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868680"/>
            <a:ext cx="3959352" cy="201168"/>
          </a:xfrm>
          <a:prstGeom prst="rect">
            <a:avLst/>
          </a:prstGeom>
          <a:solidFill>
            <a:srgbClr val="BC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069848"/>
            <a:ext cx="3959352" cy="5330952"/>
          </a:xfrm>
          <a:prstGeom prst="rect">
            <a:avLst/>
          </a:prstGeom>
          <a:solidFill>
            <a:srgbClr val="BC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82880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F0"/>
                </a:solidFill>
                <a:latin typeface="Segoe UI Semibold"/>
              </a:rPr>
              <a:t>VISUAL WALKTHROUGH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749808"/>
            <a:ext cx="75895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000" b="1">
                <a:solidFill>
                  <a:srgbClr val="3B3FE0"/>
                </a:solidFill>
                <a:latin typeface="Segoe UI Semibold"/>
              </a:rPr>
              <a:t>Presentation Title
Subtitle /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3154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B72F0"/>
                </a:solidFill>
                <a:latin typeface="Segoe UI"/>
              </a:rPr>
              <a:t>Add a brief description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" y="3703320"/>
            <a:ext cx="59436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3858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egoe UI"/>
              </a:rPr>
              <a:t>Add an overview — purpose, scope and audience.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754880"/>
            <a:ext cx="24231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4828032"/>
            <a:ext cx="27432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5010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Key stat 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80944" y="4754880"/>
            <a:ext cx="24231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6664" y="4828032"/>
            <a:ext cx="27432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6664" y="5010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Key stat two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68696" y="4754880"/>
            <a:ext cx="24231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14416" y="4828032"/>
            <a:ext cx="27432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14416" y="5010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Key stat three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Content with Image" showMasterSp="0"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61320" y="594360"/>
            <a:ext cx="155448" cy="155448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91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3FE0"/>
                </a:solidFill>
                <a:latin typeface="Segoe UI Semibold"/>
              </a:rPr>
              <a:t>PROWESS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F0"/>
                </a:solidFill>
                <a:latin typeface="Segoe UI Semibold"/>
              </a:rPr>
              <a:t>SECTION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3B3FE0"/>
                </a:solidFill>
                <a:latin typeface="Segoe UI Semibold"/>
              </a:rPr>
              <a:t>Slide Title Goes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1430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587"/>
                </a:solidFill>
                <a:latin typeface="Segoe UI"/>
              </a:rPr>
              <a:t>Description of the section — add context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554480"/>
            <a:ext cx="59436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737360"/>
            <a:ext cx="8897112" cy="4206240"/>
          </a:xfrm>
          <a:prstGeom prst="rect">
            <a:avLst/>
          </a:prstGeom>
          <a:solidFill>
            <a:srgbClr val="EE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46587"/>
                </a:solidFill>
                <a:latin typeface="Segoe UI"/>
              </a:rPr>
              <a:t>Add your content here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Two-Column Layout" showMasterSp="0"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6132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594360"/>
            <a:ext cx="155448" cy="155448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91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3FE0"/>
                </a:solidFill>
                <a:latin typeface="Segoe UI Semibold"/>
              </a:rPr>
              <a:t>PROWESS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F0"/>
                </a:solidFill>
                <a:latin typeface="Segoe UI Semibold"/>
              </a:rPr>
              <a:t>SECTION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3B3FE0"/>
                </a:solidFill>
                <a:latin typeface="Segoe UI Semibold"/>
              </a:rPr>
              <a:t>Slide Title Goes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1430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587"/>
                </a:solidFill>
                <a:latin typeface="Segoe UI"/>
              </a:rPr>
              <a:t>Description of the section — add context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554480"/>
            <a:ext cx="59436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783080"/>
            <a:ext cx="4297680" cy="4206240"/>
          </a:xfrm>
          <a:prstGeom prst="rect">
            <a:avLst/>
          </a:prstGeom>
          <a:solidFill>
            <a:srgbClr val="EE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3566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6587"/>
                </a:solidFill>
                <a:latin typeface="Segoe UI"/>
              </a:rPr>
              <a:t>Content area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83080"/>
            <a:ext cx="4297680" cy="4206240"/>
          </a:xfrm>
          <a:prstGeom prst="rect">
            <a:avLst/>
          </a:prstGeom>
          <a:solidFill>
            <a:srgbClr val="EE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566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6587"/>
                </a:solidFill>
                <a:latin typeface="Segoe UI"/>
              </a:rPr>
              <a:t>Content area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Four-Card Grid" showMasterSp="0"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6132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594360"/>
            <a:ext cx="155448" cy="155448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91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3FE0"/>
                </a:solidFill>
                <a:latin typeface="Segoe UI Semibold"/>
              </a:rPr>
              <a:t>PROWESS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3B3FE0"/>
                </a:solidFill>
                <a:latin typeface="Segoe UI Semibold"/>
              </a:rPr>
              <a:t>Section Title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658368"/>
            <a:ext cx="8897112" cy="54864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777240"/>
            <a:ext cx="8897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587"/>
                </a:solidFill>
                <a:latin typeface="Segoe UI"/>
              </a:rPr>
              <a:t>Add introductory context about this section.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280160"/>
            <a:ext cx="4297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138988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417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 Semibold"/>
              </a:rPr>
              <a:t>Card Title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78308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6587"/>
                </a:solidFill>
                <a:latin typeface="Segoe UI"/>
              </a:rPr>
              <a:t>Description of this item.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280160"/>
            <a:ext cx="4297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38988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417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 Semibold"/>
              </a:rPr>
              <a:t>Card Title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78308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6587"/>
                </a:solidFill>
                <a:latin typeface="Segoe UI"/>
              </a:rPr>
              <a:t>Description of this item.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566160"/>
            <a:ext cx="4297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367588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703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 Semibold"/>
              </a:rPr>
              <a:t>Card Title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06908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6587"/>
                </a:solidFill>
                <a:latin typeface="Segoe UI"/>
              </a:rPr>
              <a:t>Description of this item.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566160"/>
            <a:ext cx="4297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67588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703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 Semibold"/>
              </a:rPr>
              <a:t>Card Title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6908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6587"/>
                </a:solidFill>
                <a:latin typeface="Segoe UI"/>
              </a:rPr>
              <a:t>Description of this item.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5989320"/>
            <a:ext cx="8897112" cy="457200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6016752"/>
            <a:ext cx="8229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Outcome / summary statement here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Process Flow" showMasterSp="0"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6132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94360"/>
            <a:ext cx="155448" cy="155448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91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3FE0"/>
                </a:solidFill>
                <a:latin typeface="Segoe UI Semibold"/>
              </a:rPr>
              <a:t>PROWESS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F0"/>
                </a:solidFill>
                <a:latin typeface="Segoe UI Semibold"/>
              </a:rPr>
              <a:t>SECTION / PROCESS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3B3FE0"/>
                </a:solidFill>
                <a:latin typeface="Segoe UI Semibold"/>
              </a:rPr>
              <a:t>Process Flow Title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051560"/>
            <a:ext cx="59436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1554480"/>
            <a:ext cx="594360" cy="594360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55448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828800"/>
            <a:ext cx="731520" cy="36576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691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4688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B3FE0"/>
                </a:solidFill>
                <a:latin typeface="Segoe UI Semibold"/>
              </a:rPr>
              <a:t>Step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880360"/>
            <a:ext cx="1554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Add step details here.</a:t>
            </a:r>
          </a:p>
        </p:txBody>
      </p:sp>
      <p:sp>
        <p:nvSpPr>
          <p:cNvPr id="18" name="Oval 17"/>
          <p:cNvSpPr/>
          <p:nvPr/>
        </p:nvSpPr>
        <p:spPr>
          <a:xfrm>
            <a:off x="2843784" y="1554480"/>
            <a:ext cx="594360" cy="594360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43784" y="155448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2152" y="1828800"/>
            <a:ext cx="731520" cy="36576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50592" y="2331720"/>
            <a:ext cx="1691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24688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B3FE0"/>
                </a:solidFill>
                <a:latin typeface="Segoe UI Semibold"/>
              </a:rPr>
              <a:t>Step Two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2880360"/>
            <a:ext cx="1554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Add step details here.</a:t>
            </a:r>
          </a:p>
        </p:txBody>
      </p:sp>
      <p:sp>
        <p:nvSpPr>
          <p:cNvPr id="24" name="Oval 23"/>
          <p:cNvSpPr/>
          <p:nvPr/>
        </p:nvSpPr>
        <p:spPr>
          <a:xfrm>
            <a:off x="4745736" y="1554480"/>
            <a:ext cx="594360" cy="594360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45736" y="155448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4104" y="1828800"/>
            <a:ext cx="731520" cy="36576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2331720"/>
            <a:ext cx="1691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24688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B3FE0"/>
                </a:solidFill>
                <a:latin typeface="Segoe UI Semibold"/>
              </a:rPr>
              <a:t>Step Three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2880360"/>
            <a:ext cx="1554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Add step details here.</a:t>
            </a:r>
          </a:p>
        </p:txBody>
      </p:sp>
      <p:sp>
        <p:nvSpPr>
          <p:cNvPr id="30" name="Oval 29"/>
          <p:cNvSpPr/>
          <p:nvPr/>
        </p:nvSpPr>
        <p:spPr>
          <a:xfrm>
            <a:off x="6647688" y="1554480"/>
            <a:ext cx="594360" cy="594360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155448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06056" y="1828800"/>
            <a:ext cx="731520" cy="36576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4496" y="2331720"/>
            <a:ext cx="1691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8504" y="24688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B3FE0"/>
                </a:solidFill>
                <a:latin typeface="Segoe UI Semibold"/>
              </a:rPr>
              <a:t>Step Four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4" y="2880360"/>
            <a:ext cx="1554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Add step details here.</a:t>
            </a:r>
          </a:p>
        </p:txBody>
      </p:sp>
      <p:sp>
        <p:nvSpPr>
          <p:cNvPr id="36" name="Oval 35"/>
          <p:cNvSpPr/>
          <p:nvPr/>
        </p:nvSpPr>
        <p:spPr>
          <a:xfrm>
            <a:off x="8549640" y="1554480"/>
            <a:ext cx="594360" cy="594360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155448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08008" y="1828800"/>
            <a:ext cx="731520" cy="36576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56448" y="2331720"/>
            <a:ext cx="1691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0456" y="24688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B3FE0"/>
                </a:solidFill>
                <a:latin typeface="Segoe UI Semibold"/>
              </a:rPr>
              <a:t>Step Five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2880360"/>
            <a:ext cx="1554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Add step details here.</a:t>
            </a:r>
          </a:p>
        </p:txBody>
      </p:sp>
      <p:sp>
        <p:nvSpPr>
          <p:cNvPr id="42" name="Oval 41"/>
          <p:cNvSpPr/>
          <p:nvPr/>
        </p:nvSpPr>
        <p:spPr>
          <a:xfrm>
            <a:off x="10451592" y="1554480"/>
            <a:ext cx="594360" cy="594360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51592" y="155448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0" y="2331720"/>
            <a:ext cx="1691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22408" y="24688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B3FE0"/>
                </a:solidFill>
                <a:latin typeface="Segoe UI Semibold"/>
              </a:rPr>
              <a:t>Step Six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22408" y="2880360"/>
            <a:ext cx="1554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Add step details here.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Blank Content" showMasterSp="0"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6132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94360"/>
            <a:ext cx="155448" cy="155448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91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3FE0"/>
                </a:solidFill>
                <a:latin typeface="Segoe UI Semibold"/>
              </a:rPr>
              <a:t>PROWESS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F0"/>
                </a:solidFill>
                <a:latin typeface="Segoe UI Semibold"/>
              </a:rPr>
              <a:t>SECTION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3B3FE0"/>
                </a:solidFill>
                <a:latin typeface="Segoe UI Semibold"/>
              </a:rPr>
              <a:t>Slide Title Goes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1430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587"/>
                </a:solidFill>
                <a:latin typeface="Segoe UI"/>
              </a:rPr>
              <a:t>Description of the section.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554480"/>
            <a:ext cx="59436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783080"/>
            <a:ext cx="8897112" cy="4206240"/>
          </a:xfrm>
          <a:prstGeom prst="rect">
            <a:avLst/>
          </a:prstGeom>
          <a:solidFill>
            <a:srgbClr val="EE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46587"/>
                </a:solidFill>
                <a:latin typeface="Segoe UI"/>
              </a:rPr>
              <a:t>Add your content here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Thank You" showMasterSp="0"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86800" y="0"/>
            <a:ext cx="3502152" cy="34290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3429000"/>
            <a:ext cx="3502152" cy="34290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3520"/>
            <a:ext cx="1481328" cy="15727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CAA961"/>
                </a:solidFill>
                <a:latin typeface="Calibri"/>
              </a:rPr>
              <a:t>Empowering your team, one process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201168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0" b="1">
                <a:solidFill>
                  <a:srgbClr val="002060"/>
                </a:solidFill>
                <a:latin typeface="Segoe UI Semibold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00" Type="http://schemas.openxmlformats.org/officeDocument/2006/relationships/slideLayout" Target="../slideLayouts/slideLayout12.xml"/><Relationship Id="rId201" Type="http://schemas.openxmlformats.org/officeDocument/2006/relationships/slideLayout" Target="../slideLayouts/slideLayout13.xml"/><Relationship Id="rId202" Type="http://schemas.openxmlformats.org/officeDocument/2006/relationships/slideLayout" Target="../slideLayouts/slideLayout14.xml"/><Relationship Id="rId203" Type="http://schemas.openxmlformats.org/officeDocument/2006/relationships/slideLayout" Target="../slideLayouts/slideLayout15.xml"/><Relationship Id="rId204" Type="http://schemas.openxmlformats.org/officeDocument/2006/relationships/slideLayout" Target="../slideLayouts/slideLayout16.xml"/><Relationship Id="rId205" Type="http://schemas.openxmlformats.org/officeDocument/2006/relationships/slideLayout" Target="../slideLayouts/slideLayout17.xml"/><Relationship Id="rId206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850" r:id="rId200"/>
    <p:sldLayoutId id="2147483851" r:id="rId201"/>
    <p:sldLayoutId id="2147483852" r:id="rId202"/>
    <p:sldLayoutId id="2147483853" r:id="rId203"/>
    <p:sldLayoutId id="2147483854" r:id="rId204"/>
    <p:sldLayoutId id="2147483855" r:id="rId205"/>
    <p:sldLayoutId id="2147483856" r:id="rId20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61320" y="594360"/>
            <a:ext cx="155448" cy="155448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91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3FE0"/>
                </a:solidFill>
                <a:latin typeface="Segoe UI Semibold"/>
              </a:rPr>
              <a:t>PROWESS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868680"/>
            <a:ext cx="3959352" cy="201168"/>
          </a:xfrm>
          <a:prstGeom prst="rect">
            <a:avLst/>
          </a:prstGeom>
          <a:solidFill>
            <a:srgbClr val="BC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069848"/>
            <a:ext cx="3959352" cy="5330952"/>
          </a:xfrm>
          <a:prstGeom prst="rect">
            <a:avLst/>
          </a:prstGeom>
          <a:solidFill>
            <a:srgbClr val="BC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82880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F0"/>
                </a:solidFill>
                <a:latin typeface="Segoe UI Semibold"/>
              </a:rPr>
              <a:t>VISUAL WALKTHROUGH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749808"/>
            <a:ext cx="75895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000" b="1">
                <a:solidFill>
                  <a:srgbClr val="3B3FE0"/>
                </a:solidFill>
                <a:latin typeface="Segoe UI Semibold"/>
              </a:rPr>
              <a:t>Presentation Title
Subtitle /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3154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B72F0"/>
                </a:solidFill>
                <a:latin typeface="Segoe UI"/>
              </a:rPr>
              <a:t>Add a brief description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" y="3703320"/>
            <a:ext cx="59436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3858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egoe UI"/>
              </a:rPr>
              <a:t>Add an overview — purpose, scope and audience.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754880"/>
            <a:ext cx="24231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4828032"/>
            <a:ext cx="27432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5010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Key stat 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80944" y="4754880"/>
            <a:ext cx="24231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6664" y="4828032"/>
            <a:ext cx="27432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6664" y="5010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Key stat two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68696" y="4754880"/>
            <a:ext cx="24231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14416" y="4828032"/>
            <a:ext cx="27432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14416" y="5010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Key stat three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61320" y="594360"/>
            <a:ext cx="155448" cy="155448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91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3FE0"/>
                </a:solidFill>
                <a:latin typeface="Segoe UI Semibold"/>
              </a:rPr>
              <a:t>PROWESS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F0"/>
                </a:solidFill>
                <a:latin typeface="Segoe UI Semibold"/>
              </a:rPr>
              <a:t>SECTION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3B3FE0"/>
                </a:solidFill>
                <a:latin typeface="Segoe UI Semibold"/>
              </a:rPr>
              <a:t>Slide Title Goes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1430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587"/>
                </a:solidFill>
                <a:latin typeface="Segoe UI"/>
              </a:rPr>
              <a:t>Description of the section — add context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554480"/>
            <a:ext cx="59436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737360"/>
            <a:ext cx="8897112" cy="4206240"/>
          </a:xfrm>
          <a:prstGeom prst="rect">
            <a:avLst/>
          </a:prstGeom>
          <a:solidFill>
            <a:srgbClr val="EE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46587"/>
                </a:solidFill>
                <a:latin typeface="Segoe UI"/>
              </a:rPr>
              <a:t>Add your content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6132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594360"/>
            <a:ext cx="155448" cy="155448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91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3FE0"/>
                </a:solidFill>
                <a:latin typeface="Segoe UI Semibold"/>
              </a:rPr>
              <a:t>PROWESS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F0"/>
                </a:solidFill>
                <a:latin typeface="Segoe UI Semibold"/>
              </a:rPr>
              <a:t>SECTION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3B3FE0"/>
                </a:solidFill>
                <a:latin typeface="Segoe UI Semibold"/>
              </a:rPr>
              <a:t>Slide Title Goes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1430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587"/>
                </a:solidFill>
                <a:latin typeface="Segoe UI"/>
              </a:rPr>
              <a:t>Description of the section — add context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554480"/>
            <a:ext cx="59436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783080"/>
            <a:ext cx="4297680" cy="4206240"/>
          </a:xfrm>
          <a:prstGeom prst="rect">
            <a:avLst/>
          </a:prstGeom>
          <a:solidFill>
            <a:srgbClr val="EE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3566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6587"/>
                </a:solidFill>
                <a:latin typeface="Segoe UI"/>
              </a:rPr>
              <a:t>Content area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83080"/>
            <a:ext cx="4297680" cy="4206240"/>
          </a:xfrm>
          <a:prstGeom prst="rect">
            <a:avLst/>
          </a:prstGeom>
          <a:solidFill>
            <a:srgbClr val="EE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566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6587"/>
                </a:solidFill>
                <a:latin typeface="Segoe UI"/>
              </a:rPr>
              <a:t>Content 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6132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594360"/>
            <a:ext cx="155448" cy="155448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91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3FE0"/>
                </a:solidFill>
                <a:latin typeface="Segoe UI Semibold"/>
              </a:rPr>
              <a:t>PROWESS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3B3FE0"/>
                </a:solidFill>
                <a:latin typeface="Segoe UI Semibold"/>
              </a:rPr>
              <a:t>Section Title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658368"/>
            <a:ext cx="8897112" cy="54864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777240"/>
            <a:ext cx="8897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587"/>
                </a:solidFill>
                <a:latin typeface="Segoe UI"/>
              </a:rPr>
              <a:t>Add introductory context about this section.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280160"/>
            <a:ext cx="4297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138988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417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 Semibold"/>
              </a:rPr>
              <a:t>Card Title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78308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6587"/>
                </a:solidFill>
                <a:latin typeface="Segoe UI"/>
              </a:rPr>
              <a:t>Description of this item.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280160"/>
            <a:ext cx="4297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38988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417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 Semibold"/>
              </a:rPr>
              <a:t>Card Title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78308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6587"/>
                </a:solidFill>
                <a:latin typeface="Segoe UI"/>
              </a:rPr>
              <a:t>Description of this item.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566160"/>
            <a:ext cx="4297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367588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703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 Semibold"/>
              </a:rPr>
              <a:t>Card Title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06908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6587"/>
                </a:solidFill>
                <a:latin typeface="Segoe UI"/>
              </a:rPr>
              <a:t>Description of this item.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566160"/>
            <a:ext cx="4297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67588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703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 Semibold"/>
              </a:rPr>
              <a:t>Card Title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6908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6587"/>
                </a:solidFill>
                <a:latin typeface="Segoe UI"/>
              </a:rPr>
              <a:t>Description of this item.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5989320"/>
            <a:ext cx="8897112" cy="457200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6016752"/>
            <a:ext cx="8229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Outcome / summary statement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6132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94360"/>
            <a:ext cx="155448" cy="155448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91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3FE0"/>
                </a:solidFill>
                <a:latin typeface="Segoe UI Semibold"/>
              </a:rPr>
              <a:t>PROWESS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F0"/>
                </a:solidFill>
                <a:latin typeface="Segoe UI Semibold"/>
              </a:rPr>
              <a:t>SECTION / PROCESS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3B3FE0"/>
                </a:solidFill>
                <a:latin typeface="Segoe UI Semibold"/>
              </a:rPr>
              <a:t>Process Flow Title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051560"/>
            <a:ext cx="59436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1554480"/>
            <a:ext cx="594360" cy="594360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55448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828800"/>
            <a:ext cx="731520" cy="36576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691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4688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B3FE0"/>
                </a:solidFill>
                <a:latin typeface="Segoe UI Semibold"/>
              </a:rPr>
              <a:t>Step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880360"/>
            <a:ext cx="1554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Add step details here.</a:t>
            </a:r>
          </a:p>
        </p:txBody>
      </p:sp>
      <p:sp>
        <p:nvSpPr>
          <p:cNvPr id="18" name="Oval 17"/>
          <p:cNvSpPr/>
          <p:nvPr/>
        </p:nvSpPr>
        <p:spPr>
          <a:xfrm>
            <a:off x="2843784" y="1554480"/>
            <a:ext cx="594360" cy="594360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43784" y="155448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2152" y="1828800"/>
            <a:ext cx="731520" cy="36576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50592" y="2331720"/>
            <a:ext cx="1691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24688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B3FE0"/>
                </a:solidFill>
                <a:latin typeface="Segoe UI Semibold"/>
              </a:rPr>
              <a:t>Step Two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2880360"/>
            <a:ext cx="1554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Add step details here.</a:t>
            </a:r>
          </a:p>
        </p:txBody>
      </p:sp>
      <p:sp>
        <p:nvSpPr>
          <p:cNvPr id="24" name="Oval 23"/>
          <p:cNvSpPr/>
          <p:nvPr/>
        </p:nvSpPr>
        <p:spPr>
          <a:xfrm>
            <a:off x="4745736" y="1554480"/>
            <a:ext cx="594360" cy="594360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45736" y="155448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4104" y="1828800"/>
            <a:ext cx="731520" cy="36576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2331720"/>
            <a:ext cx="1691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24688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B3FE0"/>
                </a:solidFill>
                <a:latin typeface="Segoe UI Semibold"/>
              </a:rPr>
              <a:t>Step Three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2880360"/>
            <a:ext cx="1554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Add step details here.</a:t>
            </a:r>
          </a:p>
        </p:txBody>
      </p:sp>
      <p:sp>
        <p:nvSpPr>
          <p:cNvPr id="30" name="Oval 29"/>
          <p:cNvSpPr/>
          <p:nvPr/>
        </p:nvSpPr>
        <p:spPr>
          <a:xfrm>
            <a:off x="6647688" y="1554480"/>
            <a:ext cx="594360" cy="594360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155448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06056" y="1828800"/>
            <a:ext cx="731520" cy="36576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4496" y="2331720"/>
            <a:ext cx="1691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8504" y="24688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B3FE0"/>
                </a:solidFill>
                <a:latin typeface="Segoe UI Semibold"/>
              </a:rPr>
              <a:t>Step Four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4" y="2880360"/>
            <a:ext cx="1554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Add step details here.</a:t>
            </a:r>
          </a:p>
        </p:txBody>
      </p:sp>
      <p:sp>
        <p:nvSpPr>
          <p:cNvPr id="36" name="Oval 35"/>
          <p:cNvSpPr/>
          <p:nvPr/>
        </p:nvSpPr>
        <p:spPr>
          <a:xfrm>
            <a:off x="8549640" y="1554480"/>
            <a:ext cx="594360" cy="594360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155448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08008" y="1828800"/>
            <a:ext cx="731520" cy="36576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56448" y="2331720"/>
            <a:ext cx="1691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0456" y="24688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B3FE0"/>
                </a:solidFill>
                <a:latin typeface="Segoe UI Semibold"/>
              </a:rPr>
              <a:t>Step Five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2880360"/>
            <a:ext cx="1554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Add step details here.</a:t>
            </a:r>
          </a:p>
        </p:txBody>
      </p:sp>
      <p:sp>
        <p:nvSpPr>
          <p:cNvPr id="42" name="Oval 41"/>
          <p:cNvSpPr/>
          <p:nvPr/>
        </p:nvSpPr>
        <p:spPr>
          <a:xfrm>
            <a:off x="10451592" y="1554480"/>
            <a:ext cx="594360" cy="594360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51592" y="155448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0" y="2331720"/>
            <a:ext cx="1691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22408" y="24688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B3FE0"/>
                </a:solidFill>
                <a:latin typeface="Segoe UI Semibold"/>
              </a:rPr>
              <a:t>Step Six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22408" y="2880360"/>
            <a:ext cx="1554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587"/>
                </a:solidFill>
                <a:latin typeface="Segoe UI"/>
              </a:rPr>
              <a:t>Add step details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6132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594360"/>
            <a:ext cx="155448" cy="155448"/>
          </a:xfrm>
          <a:prstGeom prst="ellipse">
            <a:avLst/>
          </a:prstGeom>
          <a:solidFill>
            <a:srgbClr val="9D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94360"/>
            <a:ext cx="155448" cy="155448"/>
          </a:xfrm>
          <a:prstGeom prst="ellipse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91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3FE0"/>
                </a:solidFill>
                <a:latin typeface="Segoe UI Semibold"/>
              </a:rPr>
              <a:t>PROWESS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F0"/>
                </a:solidFill>
                <a:latin typeface="Segoe UI Semibold"/>
              </a:rPr>
              <a:t>SECTION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3B3FE0"/>
                </a:solidFill>
                <a:latin typeface="Segoe UI Semibold"/>
              </a:rPr>
              <a:t>Slide Title Goes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1430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587"/>
                </a:solidFill>
                <a:latin typeface="Segoe UI"/>
              </a:rPr>
              <a:t>Description of the section.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554480"/>
            <a:ext cx="594360" cy="64008"/>
          </a:xfrm>
          <a:prstGeom prst="rect">
            <a:avLst/>
          </a:prstGeom>
          <a:solidFill>
            <a:srgbClr val="3B3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783080"/>
            <a:ext cx="8897112" cy="4206240"/>
          </a:xfrm>
          <a:prstGeom prst="rect">
            <a:avLst/>
          </a:prstGeom>
          <a:solidFill>
            <a:srgbClr val="EE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46587"/>
                </a:solidFill>
                <a:latin typeface="Segoe UI"/>
              </a:rPr>
              <a:t>Add your content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9696" cy="20299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86800" y="0"/>
            <a:ext cx="3502152" cy="34290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3429000"/>
            <a:ext cx="3502152" cy="34290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3520"/>
            <a:ext cx="1481328" cy="15727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CAA961"/>
                </a:solidFill>
                <a:latin typeface="Calibri"/>
              </a:rPr>
              <a:t>Empowering your team, one process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201168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0" b="1">
                <a:solidFill>
                  <a:srgbClr val="002060"/>
                </a:solidFill>
                <a:latin typeface="Segoe UI Semibold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88952" cy="9144"/>
          </a:xfrm>
          <a:prstGeom prst="rect">
            <a:avLst/>
          </a:prstGeom>
          <a:solidFill>
            <a:srgbClr val="D9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6437376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587"/>
                </a:solidFill>
                <a:latin typeface="Segoe UI"/>
              </a:rPr>
              <a:t>Prowess HR  ·  Benefits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