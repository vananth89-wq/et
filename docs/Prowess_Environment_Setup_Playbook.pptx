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77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4F46E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05966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PLAYBOOK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First Deploy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Dev · UAT · Prod — step by step, copy-paste-ready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852160"/>
            <a:ext cx="13716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anyone new to multi-environment setup with Supabase + Vercel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Are Today — and Where You're Going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now: only Prod exists. That's like a restaurant running with no kitchen to practice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77840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environment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 (okpnubnswpgybpzgwgtr)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39896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place to test schema changes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242816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hits real 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745736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practice cutover / rollback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248656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train HR on new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751576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has to be done live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5577840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(2 WEEKS)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environments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5508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Dev · UAT · Prod — each isolated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739896"/>
            <a:ext cx="128016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playground on your laptop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242816"/>
            <a:ext cx="128016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4114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testing space for the team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745736"/>
            <a:ext cx="128016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validation before prod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5248656"/>
            <a:ext cx="128016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cutover procedures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5751576"/>
            <a:ext cx="128016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 stops feeling terrifying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Kitchen Analogy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your app like a restaurant. Environments are different kitchens for different purposes.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945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kitchen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recipes safely — nobody else sees the mess.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450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touches it: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450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011680" y="283464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94560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 kitchen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cooks test recipes together before they're ready.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593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touches it: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3593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011680" y="397764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9456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Tasting room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(the food critic) tries new dishes before going public.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4736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touches it: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4736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+ pilot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578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5257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2011680" y="512064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94560" y="5257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restaurant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19456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customers. Nothing untested ever happens here.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94560" y="5879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touches it: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5879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org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Environments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 you saw in the architecture deck — memorise these four 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691640"/>
            <a:ext cx="12801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1691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9260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25603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9144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38360" y="1691640"/>
            <a:ext cx="20116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2980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for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1371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137160" cy="7772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14884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74520" y="214884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65960" y="21488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14884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2148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(supabase start)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14884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21488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seed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2148840"/>
            <a:ext cx="914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69680" y="21488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38360" y="214884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29800" y="2148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+ first-line testing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13716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2926080"/>
            <a:ext cx="137160" cy="7772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292608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874520" y="2926080"/>
            <a:ext cx="12801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965960" y="29260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2926080"/>
            <a:ext cx="29260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prowess-dev (Free tier OK)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2926080"/>
            <a:ext cx="25603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data, shared team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78240" y="2926080"/>
            <a:ext cx="9144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869680" y="29260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38360" y="292608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29800" y="2926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PR previews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703320"/>
            <a:ext cx="1371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3703320"/>
            <a:ext cx="13716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" y="370332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874520" y="3703320"/>
            <a:ext cx="1280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965960" y="37033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70332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91840" y="3703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prowess-uat (Pro tier)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72200" y="3703320"/>
            <a:ext cx="2560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6364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prod (monthly)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778240" y="3703320"/>
            <a:ext cx="914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869680" y="37033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~$25/m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738360" y="37033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829800" y="3703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validation, pilot testing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480560"/>
            <a:ext cx="13716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4480560"/>
            <a:ext cx="137160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85800" y="4480560"/>
            <a:ext cx="1051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874520" y="4480560"/>
            <a:ext cx="12801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965960" y="44805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0" y="4480560"/>
            <a:ext cx="29260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91840" y="4480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prowess-prod (existing)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72200" y="4480560"/>
            <a:ext cx="256032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63640" y="4480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live data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778240" y="4480560"/>
            <a:ext cx="91440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869680" y="44805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~$25/m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38360" y="4480560"/>
            <a:ext cx="201168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829800" y="4480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system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" y="502920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85800" y="5120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5800" y="5440680"/>
            <a:ext cx="10835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 in Prod. Never let broken stuff reach real users.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goes: Local → Dev → UAT → Prod. Skipping steps is how you break things.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Create Supabase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supabase.com, log in, click 'New project' twice. You already have Prod.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supabase.com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'New project' at the top right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'prowess-dev'  — pick FREE tier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SAME region as Prod (important!)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40690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strong database password + save 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6634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~2 minutes for provisioning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533095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52578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'prowess-uat' — pick PRO tier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0" y="169164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these down for each project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2487168"/>
            <a:ext cx="128016" cy="12801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266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URL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2668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https://xxxxx.supabase.co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3172968"/>
            <a:ext cx="128016" cy="12801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2668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ref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xxxxx (used with CLI)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3858768"/>
            <a:ext cx="128016" cy="1280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26680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key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26680" y="4069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eyJhbGci... (safe, frontend)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4544568"/>
            <a:ext cx="128016" cy="12801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26680" y="4434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service_role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726680" y="4754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eyJhbGci... (SECRET, backend)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98080" y="5230368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26680" y="5120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26680" y="5440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strong one you set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Install the CLI and Link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CLI is how you push migrations. Think of it like git for your database schema.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— One-time install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9284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supabase/tap/supabase        # macOS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Windows: scoop install supabase        # or via npm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— Link to a project (do one at a time)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92840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10927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/Users/vj/Developer/ET-React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migrations to Dev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link --project-ref &lt;dev-project-ref&gt;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push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892040"/>
            <a:ext cx="112928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`link` like plugging into a power outlet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44068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be plugged into one project at a time. To switch from Dev to UAT, run </a:t>
            </a:r>
            <a:r>
              <a:rPr lang="en-US" sz="12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link --project-ref &lt;uat-project-ref&gt;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</a:t>
            </a:r>
            <a:r>
              <a:rPr lang="en-US" sz="12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push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Frontend Env Variables (Local)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needs to know WHICH Supabase project to talk to. Set it via .env files locally, Vercel dashboard for cloud.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  (on your laptop — never commit to git)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9284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27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VITE_SUPABASE_URL=http://localhost:54321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VITE_SUPABASE_ANON_KEY=eyJhbGciOi...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 (this ONE gets committed as a template)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12928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10927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VITE_SUPABASE_URL=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VITE_SUPABASE_ANON_KEY=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.env.local is in .gitignore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11292840" cy="6858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27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.env.*.local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806440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5806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Danger: 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has scanners for leaked keys. Commit an .env with real keys and you'll be paged within minutes.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Vercel Setup (Deploys the Frontend)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hosts your React app and gives you separate URLs per environment via git branches.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vercel.com — connect your GitHub org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ET-React repo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auto-detects Vite and builds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Settings → Environment Variables, set THREE environments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Environment mapping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228600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88920" y="4114800"/>
            <a:ext cx="155448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8036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env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4114800"/>
            <a:ext cx="402336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8200" y="4114800"/>
            <a:ext cx="329184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4964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points 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9144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PR branch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88920" y="448056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8036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4805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4480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random-*.vercel.app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58200" y="448056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4480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project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937760"/>
            <a:ext cx="22860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4937760"/>
            <a:ext cx="91440" cy="4572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4937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4937760"/>
            <a:ext cx="15544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8036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4937760"/>
            <a:ext cx="4023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8056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dev.prowess.yourcompany.com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458200" y="4937760"/>
            <a:ext cx="3291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49640" y="4937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project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39496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5394960"/>
            <a:ext cx="9144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5394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88920" y="539496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80360" y="5394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539496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80560" y="5394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uat.prowess.yourcompany.com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58200" y="5394960"/>
            <a:ext cx="3291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49640" y="5394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project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852160"/>
            <a:ext cx="22860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" y="5852160"/>
            <a:ext cx="9144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0080" y="5852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(or tag)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88920" y="5852160"/>
            <a:ext cx="15544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880360" y="5852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389120" y="5852160"/>
            <a:ext cx="402336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80560" y="5852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prowess.yourcompany.com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458200" y="5852160"/>
            <a:ext cx="32918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549640" y="5852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project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Edge Function Secrets Per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(email, bulk processing, termination scheduler) need keys like the Resend API key.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— Set secrets per Supabase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92840" cy="123444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927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secrets set --project-ref &lt;dev-project-ref&gt; RESEND_API_KEY=re_dev_xxx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secrets set --project-ref &lt;uat-project-ref&gt; RESEND_API_KEY=re_uat_yyy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Prod: use the real key you already have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— Deploy the Edge Functions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11292840" cy="105156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10927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deploy send-job-alert --project-ref &lt;dev-project-ref&gt;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deploy process-scheduled-terminations --project-ref &lt;dev-project-ref&gt;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repeat for uat + prod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1129284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test API keys where possible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57784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Resend, Stripe, Twilio and most SaaS providers offer test / sandbox keys. Use those on Dev + UAT. Never use production API keys anywhere but Prod. This alone prevents accidental real emails / real charges during development.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Development — The Everyday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spend most of your time here. Local Supabase runs in Docker. Frontend runs on Vite.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only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577840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once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supabase/tap/supabase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env template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.env.local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you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103120"/>
            <a:ext cx="5577840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22402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start          # boots local 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reset       # replay migrations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          # localhost:5173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 test Edge Functions: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serve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9284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command does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start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9080" y="4343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Postgres + Auth + Storage in Docker on your laptop (~1.5 GB RAM)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727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reset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47274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your local DB, replays all migrations, applies seed.sql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1114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5111496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with hot reload — every save shows instantly in browser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4955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serve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69080" y="549554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Edge Functions locally so you can test them without deploying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879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stop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9080" y="587959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Shuts down the local Docker containers when you're done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in the Life — Code → Prod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flows through the same pipeline. No shortcuts.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17320" y="169164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 locally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48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localhost + local Supabase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17320" y="260604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→ PR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builds a preview link pointing at Dev Supabase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417320" y="352044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0020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deploys frontend to Dev URL · you run supabase db push → Dev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417320" y="443484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0020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Weekly: promote to UAT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4892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main → uat branch · Vercel deploys · db push → UAT · HR tests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17320" y="534924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0020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Cutover: promote to Prod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· db push → Prod · watch dashboards 30 min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End-to-End Smoke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everything is wired up, prove the pipeline works by making one tiny change all the way to Prod.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trivial change on your laptop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add a period to a placeholder text somewhere visible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68312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push to a PR branch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68312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Vercel preview URL work with Dev Supabase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5204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dev.prowess... shows the change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32004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5204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68312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main → uat branch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68312" y="3840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uat.prowess... shows the change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" y="502920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4892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release → deploy to Prod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2588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prowess.yourcompany.com shows the change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9632" y="47091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28232" y="502920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28232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68312" y="4892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(practice!)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068312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Vercel, revert the deploy. Confirm production reverts in ~30s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6263640"/>
            <a:ext cx="11292840" cy="45720"/>
          </a:xfrm>
          <a:prstGeom prst="round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Do These Things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caused a real outage somewhere. Learn from other people's pain.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Prod data into Dev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1945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fake data. If you need real-shaped data, run the anonymisation script into UAT.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26791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PII, GDPR violation, embarrassing incident report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85432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migrations against Prod without a checklist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85432" y="21945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have a second engineer watching. Always know the rollback plan.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85432" y="26791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schema during business hours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27832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3649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service_role key with frontend code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373075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anon key ships to browsers. service_role bypasses RLS.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421538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read/write all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3227832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85432" y="33649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.env.local to git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85432" y="373075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scanners find leaked keys in minutes. Rotate immediately if you slip up.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85432" y="421538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bill exploded overnight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64024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901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490118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production API keys in Dev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" y="526694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 to real employees during testing. Real charges on real cards.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" y="57515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emails sent to 500 employees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4764024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82512" y="4901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85432" y="490118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Dev / UAT to save time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85432" y="526694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'quick fix' straight to Prod eventually breaks. No exceptions.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85432" y="57515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Hero-cowboy culture, always firefighting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Order — Your Next 2 Weeks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per day is realistic. Don't try to do everything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234440" cy="2926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prowess-dev Supabase project + write down credentials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49840" y="16916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234440" cy="2926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0756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Supabase CLI · link to Dev · push migrations · verify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149840" y="207568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123444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054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4597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.env.local · run local Supabase in Docker · npm run dev works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149840" y="245973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1234440" cy="2926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895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28437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Vercel · connect repo · deploy to Dev URL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149840" y="284378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1234440" cy="2926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2278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Edge Functions to Dev · smoke-test send-job-alert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149840" y="32278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hours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23444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611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prowess-uat Supabase project (PRO tier) + link CLI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49840" y="36118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hour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123444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04164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7–8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3995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anonymisation script (Python or SQL) — scrub names/emails/IDs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49840" y="39959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425696"/>
            <a:ext cx="123444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42569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43799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anonymised prod → UAT restore · verify data looks right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149840" y="437997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09744"/>
            <a:ext cx="123444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80974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28800" y="47640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uat branch mapping in Vercel · smoke test to UAT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149840" y="47640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5193792"/>
            <a:ext cx="1234440" cy="2926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51937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11–12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28800" y="51480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RUNBOOK.md — top 10 operational scenarios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149840" y="51480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5577840"/>
            <a:ext cx="1234440" cy="2926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55778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828800" y="5532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restore drill against a scratch project · time it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149840" y="55321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5961888"/>
            <a:ext cx="1234440" cy="2926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59618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28800" y="5916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smoke test: change → PR → Dev → UAT → Prod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149840" y="59161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~half day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Cheat Sheet — Print This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commands you'll type most often. Everything else is copy-paste from docs.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92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start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691640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local DB (Docker). Run once at start of day.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11292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reset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130552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local DB and replay all migrations. Do this whenever migrations change.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11292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6946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569464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Vite frontend on localhost:5173. Hot-reload every save.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11292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0083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link --project-ref &lt;ref&gt;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008376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CLI at Dev / UAT / Prod. Do before db push.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47288"/>
            <a:ext cx="11292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4472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db push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47288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migrations to the currently linked project. Human-approved on Prod.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1292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deploy &lt;name&gt;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886200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specific Edge Function to the linked project.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11292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32511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serve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4325112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Edge Functions locally without deploying (for testing).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64024"/>
            <a:ext cx="11292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7640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my-feature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764024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branch for your change. Never commit to main directly.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202936"/>
            <a:ext cx="11292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520293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my-feature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202936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· Vercel builds a preview URL for the PR.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641848"/>
            <a:ext cx="11292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564184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migration repair --status applied &lt;version&gt;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5641848"/>
            <a:ext cx="6172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migration collision if db push complains about duplicate.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Problems + Fixes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hit these. Don't panic — they're all recoverable.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'supabase db push' says 'duplicate version'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169164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supabase migration repair --status applied &lt;version&gt;, then retry push.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Supabase won't start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42316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Docker. If persistent: supabase stop then supabase start again.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says 'Failed to fetch'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01752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8803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VITE_SUPABASE_URL in .env.local matches the running Supabase URL.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returns 401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361188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347472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forgot to set the secret. Run: supabase secrets set --project-ref X KEY=...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4069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dropped my function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420624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406908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Termination mig 611. Always diff CREATE OR REPLACE vs current before push.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6634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4663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URL shows old version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480060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480" y="466344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caches. Force redeploy from Vercel dashboard or push a trivial commit.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25780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5257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97280" y="5257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run on Dev but fail on Prod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539496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26480" y="525780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difference. Fix in staging, don't force-run against Prod. Roll back via PITR if needed.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852160"/>
            <a:ext cx="11292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5852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97280" y="5852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bucket 'permission denied'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5989320"/>
            <a:ext cx="18288" cy="228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26480" y="585216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bucket RLS policies. Anon key can't write private buckets without auth.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2 Weeks — What Comes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is the foundation. These are what you build on top of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from legacy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questions first: source system, volume, fidelity, cutover style, deadline. Then write ETL scripts per module.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68312" y="1920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68312" y="2286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Sentry (frontend + Edge Functions) · uptime monitor (BetterStack) · alert emails for job failures.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474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SCIM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40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to launch with password auth. Add later via Supabase SAML (Pro tier) once org is ready.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32461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4747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68312" y="3474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68312" y="38404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region: GDPR (right to be forgotten), SOC 2 (access reviews), country-specific labour law.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" y="50292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50292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5394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users for 2–4 weeks. Fix bugs. Then wave-by-wave (2 departments/week) until full org.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9632" y="480060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28232" y="50292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28232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68312" y="50292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68312" y="5394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weeks post-go-live: dedicated engineer, 30-min SLA, daily HR standup.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HRMS  ·  Environment Setup Playbook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0704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change goes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→ Dev → UAT → Prod.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steps is how good products break.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852160"/>
            <a:ext cx="137160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this. One day at a time — 14 days to a real pipeline.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2618</Words>
  <Application>Microsoft Macintosh PowerPoint</Application>
  <PresentationFormat>Widescreen</PresentationFormat>
  <Paragraphs>425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Prowess HRMS — Environment Setup Playbook</dc:title>
  <dc:subject>PptxGenJS Presentation</dc:subject>
  <dc:creator>Prowess Engineering</dc:creator>
  <cp:lastModifiedBy>VijeyAananth SR</cp:lastModifiedBy>
  <cp:revision>1</cp:revision>
  <dcterms:created xsi:type="dcterms:W3CDTF">2026-07-05T09:24:48Z</dcterms:created>
  <dcterms:modified xsi:type="dcterms:W3CDTF">2026-07-06T05:45:16Z</dcterms:modified>
</cp:coreProperties>
</file>