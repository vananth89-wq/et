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996696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996696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996696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996696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1033272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1033272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3272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3272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9848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6424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Shape 17"/>
          <p:cNvSpPr/>
          <p:nvPr/>
        </p:nvSpPr>
        <p:spPr>
          <a:xfrm>
            <a:off x="1106424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Shape 18"/>
          <p:cNvSpPr/>
          <p:nvPr/>
        </p:nvSpPr>
        <p:spPr>
          <a:xfrm>
            <a:off x="1106424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1106424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30000" y="54864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0000" y="9144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30000" y="12801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Shape 23"/>
          <p:cNvSpPr/>
          <p:nvPr/>
        </p:nvSpPr>
        <p:spPr>
          <a:xfrm>
            <a:off x="11430000" y="16459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PROWESS  ·  ENGINEERING PLAYBOOK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Strategy</a:t>
            </a:r>
            <a:endParaRPr lang="en-US" sz="6000" dirty="0"/>
          </a:p>
        </p:txBody>
      </p:sp>
      <p:sp>
        <p:nvSpPr>
          <p:cNvPr id="28" name="Text 26"/>
          <p:cNvSpPr/>
          <p:nvPr/>
        </p:nvSpPr>
        <p:spPr>
          <a:xfrm>
            <a:off x="731520" y="3429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single change flows from your laptop to real users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731520" y="539496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3949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3108960" y="5394960"/>
            <a:ext cx="320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429000" y="539496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29000" y="53949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806440" y="5394960"/>
            <a:ext cx="320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126480" y="539496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0" y="53949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503920" y="5394960"/>
            <a:ext cx="320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8823960" y="539496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23960" y="53949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3152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Prepared for the Prowess team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independent tracks. Both land for a change to ship.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28800"/>
            <a:ext cx="731520" cy="731520"/>
          </a:xfrm>
          <a:prstGeom prst="ellipse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9933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Track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 ·  driven by git branches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74320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Push a commit → Vercel builds the branch → deploys to that branch's URL.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You never touch the Vercel dashboard to promote. Every promotion is 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65A82"/>
                </a:solidFill>
              </a:rPr>
              <a:t>git merge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Ships: JavaScript, HTML, CSS, static assets, env-var-bound API URLs.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09360" y="164592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1828800"/>
            <a:ext cx="731520" cy="731520"/>
          </a:xfrm>
          <a:prstGeom prst="ellipse">
            <a:avLst/>
          </a:prstGeom>
          <a:solidFill>
            <a:srgbClr val="21295C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9339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Track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360920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CLI  ·  driven by human review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0" y="274320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Schema changes live in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supabase/migrations/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. Run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db push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 per env.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Manual, deliberate, one env at a time. Vercel does not see migrations.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</a:rPr>
              <a:t>Ships: tables, RPCs, triggers, RLS policies, Edge Functions.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9893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/>
        </p:spPr>
      </p:sp>
      <p:sp>
        <p:nvSpPr>
          <p:cNvPr id="17" name="Text 13"/>
          <p:cNvSpPr/>
          <p:nvPr/>
        </p:nvSpPr>
        <p:spPr>
          <a:xfrm>
            <a:off x="822960" y="5989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</a:t>
            </a:r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frontend and DB for a single feature must be promoted together to the same env. Never one without the other.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LANDSCAPE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environments. Each isolated. Each with its own DB and its own URL.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737360"/>
                <a:gridCol w="2194560"/>
                <a:gridCol w="2194560"/>
                <a:gridCol w="237744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project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 for users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for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laptop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(supabase start)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seed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localhost:5174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Coding + first-line testing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(Vercel)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prowess-dev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data, shared team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dev.prowessapp.net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+ PR previews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(Vercel)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prowess-uat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Anonymised Prod snapshot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uat.prowessapp.net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validation, pilot testing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(Vercel)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prowess-prod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prowessapp.net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actual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1064240" cy="1691640"/>
          </a:xfrm>
          <a:prstGeom prst="roundRect">
            <a:avLst>
              <a:gd name="adj" fmla="val 6486"/>
            </a:avLst>
          </a:prstGeom>
          <a:solidFill>
            <a:srgbClr val="0F172A"/>
          </a:solidFill>
          <a:ln/>
        </p:spPr>
      </p:sp>
      <p:sp>
        <p:nvSpPr>
          <p:cNvPr id="6" name="Shape 3"/>
          <p:cNvSpPr/>
          <p:nvPr/>
        </p:nvSpPr>
        <p:spPr>
          <a:xfrm>
            <a:off x="621792" y="5468112"/>
            <a:ext cx="585216" cy="585216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6" y="5599786"/>
            <a:ext cx="321869" cy="32186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325880" y="53949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test in Prod. Never let broken code reach real users.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moves: </a:t>
            </a:r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→ Dev → UAT → Prod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Skipping steps is how outages happen.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git branch drives each environment. That's the whole trick.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1737360"/>
                <a:gridCol w="292608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branch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project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target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feature/*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prowess-dev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 preview URL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git push feature/*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A5E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prowess-dev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dev.prowessapp.net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merge PR to main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staging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prowess-uat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uat.prowessapp.net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merge main → staging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production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prowess-prod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prowessapp.net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merge staging → production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29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04088" y="5596128"/>
            <a:ext cx="512064" cy="512064"/>
          </a:xfrm>
          <a:prstGeom prst="ellipse">
            <a:avLst/>
          </a:prstGeom>
          <a:solidFill>
            <a:srgbClr val="F0FDF4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" y="5711342"/>
            <a:ext cx="281635" cy="28163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works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325880" y="5440680"/>
            <a:ext cx="10058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Vercel project watches ONE branch as its Production. Push → build → deploy. </a:t>
            </a:r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click Deploy manually.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model: env = branch. To promote, merge forward. To rollback, revert the merge.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PROMOTION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change, from your laptop to real users. All git-driven.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71600" y="2057400"/>
            <a:ext cx="0" cy="365760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" y="1764792"/>
            <a:ext cx="585216" cy="585216"/>
          </a:xfrm>
          <a:prstGeom prst="ellipse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0666" y="1896466"/>
            <a:ext cx="321869" cy="3218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7556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2103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  ·  code + test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078992" y="2679192"/>
            <a:ext cx="585216" cy="585216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66" y="2810866"/>
            <a:ext cx="321869" cy="32186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20240" y="2670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PREVIEW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920240" y="3017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feature/*  →  Vercel PR URL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1078992" y="3593592"/>
            <a:ext cx="585216" cy="585216"/>
          </a:xfrm>
          <a:prstGeom prst="ellipse">
            <a:avLst/>
          </a:prstGeom>
          <a:solidFill>
            <a:srgbClr val="0EA5E9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666" y="3725266"/>
            <a:ext cx="321869" cy="3218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920240" y="3584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1920240" y="3931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PR → main  →  dev.prowessapp.net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1078992" y="4507992"/>
            <a:ext cx="585216" cy="585216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666" y="4639666"/>
            <a:ext cx="321869" cy="3218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920240" y="44988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1920240" y="4846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main → staging  →  uat.prowessapp.net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1078992" y="5422392"/>
            <a:ext cx="585216" cy="585216"/>
          </a:xfrm>
          <a:prstGeom prst="ellipse">
            <a:avLst/>
          </a:prstGeom>
          <a:solidFill>
            <a:srgbClr val="22C55E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0666" y="5554066"/>
            <a:ext cx="321869" cy="32186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920240" y="54132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1920240" y="5760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staging → production  →  prowessapp.net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7772400" y="1737360"/>
            <a:ext cx="3931920" cy="45720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7936992" y="1901952"/>
            <a:ext cx="585216" cy="585216"/>
          </a:xfrm>
          <a:prstGeom prst="ellipse">
            <a:avLst/>
          </a:prstGeom>
          <a:solidFill>
            <a:srgbClr val="21295C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8666" y="2033626"/>
            <a:ext cx="321869" cy="321869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59536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700" dirty="0"/>
          </a:p>
        </p:txBody>
      </p:sp>
      <p:sp>
        <p:nvSpPr>
          <p:cNvPr id="29" name="Text 21"/>
          <p:cNvSpPr/>
          <p:nvPr/>
        </p:nvSpPr>
        <p:spPr>
          <a:xfrm>
            <a:off x="8001000" y="2743200"/>
            <a:ext cx="3520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isn't a promotion tool.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git-watcher that builds whatever branch you point it at.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is a git merge. Rollback is a git revert. Rebuild is automatic.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spend zero time in the Vercel dashboard during normal ops.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PROMOTION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Migrations move separately. Human review at every gate.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429000" y="192024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34290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306324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8803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db push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--project-ref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etmnumptfadkynbsgszz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as soon as PR merges to main. Cheap to break.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737360"/>
            <a:ext cx="361188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23760" y="192024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72237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1772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617720" y="2788920"/>
            <a:ext cx="306324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28803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db push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--project-ref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okpnubnswpgybpzgwgtr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7720" y="43891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after Dev testing. Any HR user can validate.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61188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1018520" y="192024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0" name="Text 18"/>
          <p:cNvSpPr/>
          <p:nvPr/>
        </p:nvSpPr>
        <p:spPr>
          <a:xfrm>
            <a:off x="11018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4124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8412480" y="2788920"/>
            <a:ext cx="306324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8503920" y="28803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db push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--project-ref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&lt;prod-ref&gt; (soon)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0" y="43891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 upgrade + new project. Backup + maintenance window.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57784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0F172A"/>
          </a:solidFill>
          <a:ln/>
        </p:spPr>
      </p:sp>
      <p:sp>
        <p:nvSpPr>
          <p:cNvPr id="26" name="Shape 24"/>
          <p:cNvSpPr/>
          <p:nvPr/>
        </p:nvSpPr>
        <p:spPr>
          <a:xfrm>
            <a:off x="667512" y="5815584"/>
            <a:ext cx="585216" cy="585216"/>
          </a:xfrm>
          <a:prstGeom prst="ellipse">
            <a:avLst/>
          </a:prstGeom>
          <a:solidFill>
            <a:srgbClr val="1F2937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186" y="5947258"/>
            <a:ext cx="321869" cy="321869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371600" y="5669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Coupling rule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371600" y="59893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migration to env N </a:t>
            </a:r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frontend code that depends on it. Otherwise the app breaks the moment the new frontend deploys.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VARIABLES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code, different destinations. Env vars route each build to the right backend.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74620" cy="3931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2024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221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.env.local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743200"/>
            <a:ext cx="22174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92608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VITE_SUPABASE_URL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318211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127.0.0.1:54321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VITE_SUPABASE_ANON_KEY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400507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sb_publishable_...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457200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VITE_APP_URL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482803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localhost:5174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06140" y="1737360"/>
            <a:ext cx="2674620" cy="3931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34740" y="192024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34740" y="2377440"/>
            <a:ext cx="221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prowess-dev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34740" y="2743200"/>
            <a:ext cx="22174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34740" y="292608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VITE_SUPABASE_URL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34740" y="318211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etmnumptfadkynbsgszz.supabase.co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34740" y="374904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VITE_SUPABASE_ANON_KEY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34740" y="400507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anon key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34740" y="457200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VITE_APP_URL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34740" y="482803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dev.prowessapp.net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3640" y="1737360"/>
            <a:ext cx="2674620" cy="3931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192024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221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prowess-uat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2743200"/>
            <a:ext cx="22174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92608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VITE_SUPABASE_URL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318211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okpnubnswpgybpzgwgtr.supabase.co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92240" y="374904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VITE_SUPABASE_ANON_KEY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uat anon key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VITE_APP_URL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92240" y="482803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uat.prowessapp.net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121140" y="1737360"/>
            <a:ext cx="2674620" cy="3931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349740" y="192024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349740" y="2377440"/>
            <a:ext cx="221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prowess-prod (soon)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349740" y="2743200"/>
            <a:ext cx="22174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49740" y="292608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VITE_SUPABASE_URL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349740" y="318211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&lt;prod-ref&gt;.supabase.co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349740" y="374904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VITE_SUPABASE_ANON_KEY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349740" y="400507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 anon key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349740" y="4572000"/>
            <a:ext cx="2217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VITE_APP_URL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349740" y="482803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prowessapp.net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8640" y="585216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58978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var?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add it in </a:t>
            </a:r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project separately. There's no shared vault. Same principle for rotating secrets — rotate everywhere.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CHANGE, END TO 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adding a new field to the employee profile.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011680"/>
            <a:ext cx="457200" cy="45720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1089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column in a migration file. Update the form component. Test with Docker Supabase.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3108960"/>
            <a:ext cx="137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2340864" y="17830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26664" y="20116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02666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branch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78024" y="31089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feature/emp-nickname. Vercel builds Preview URL. Reviewer opens it.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9664" y="3108960"/>
            <a:ext cx="137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4224528" y="17830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10328" y="201168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61688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to main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361688" y="31089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merged. Vercel redeploys dev.prowessapp.net. Run supabase db push to Dev.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53328" y="3108960"/>
            <a:ext cx="137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22" name="Shape 20"/>
          <p:cNvSpPr/>
          <p:nvPr/>
        </p:nvSpPr>
        <p:spPr>
          <a:xfrm>
            <a:off x="6108192" y="17830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93992" y="20116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679399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245352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 to UAT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245352" y="31089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main → staging. Vercel redeploys uat.prowessapp.net. Run db push to UAT.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36992" y="3108960"/>
            <a:ext cx="137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28" name="Shape 26"/>
          <p:cNvSpPr/>
          <p:nvPr/>
        </p:nvSpPr>
        <p:spPr>
          <a:xfrm>
            <a:off x="7991856" y="17830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677656" y="20116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867765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29016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 sign-off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129016" y="31089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tester validates. Any bug → back to local, restart the loop.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820656" y="3108960"/>
            <a:ext cx="137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200" dirty="0"/>
          </a:p>
        </p:txBody>
      </p:sp>
      <p:sp>
        <p:nvSpPr>
          <p:cNvPr id="34" name="Shape 32"/>
          <p:cNvSpPr/>
          <p:nvPr/>
        </p:nvSpPr>
        <p:spPr>
          <a:xfrm>
            <a:off x="9875520" y="17830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5613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6" name="Text 34"/>
          <p:cNvSpPr/>
          <p:nvPr/>
        </p:nvSpPr>
        <p:spPr>
          <a:xfrm>
            <a:off x="105613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1001268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to Prod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0012680" y="31089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staging → production. db push to Prod during window. Users see it.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25780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6868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timing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68680" y="5669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1–3: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day.  </a:t>
            </a:r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 next day.  </a:t>
            </a:r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days depending on HR availability.  </a:t>
            </a:r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window, often outside business hours.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Rush a step and Step 6 will surprise you.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habits that keep the pipeline honest.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984248"/>
            <a:ext cx="512064" cy="512064"/>
          </a:xfrm>
          <a:prstGeom prst="ellipse">
            <a:avLst/>
          </a:prstGeom>
          <a:solidFill>
            <a:srgbClr val="22C55E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2099462"/>
            <a:ext cx="281635" cy="2816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65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skip an env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for a one-line fix. Local → Dev → UAT → Prod. Every time.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51960" y="1737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98848" y="1984248"/>
            <a:ext cx="512064" cy="512064"/>
          </a:xfrm>
          <a:prstGeom prst="ellipse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062" y="209946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12080" y="1965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 first, code second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26280" y="27432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each env: apply the migration, then deploy the code that uses it. Never the reverse.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955280" y="1737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02168" y="19842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7382" y="209946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15400" y="1965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Feature-flag risky changes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0" y="27432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code dark to Prod. Flip the flag env-by-env. Roll back = flip flag, not revert deploy.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1605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95528" y="4407408"/>
            <a:ext cx="512064" cy="512064"/>
          </a:xfrm>
          <a:prstGeom prst="ellipse">
            <a:avLst/>
          </a:prstGeom>
          <a:solidFill>
            <a:srgbClr val="21295C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" y="452262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3891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env vars to every project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22960" y="51663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projects are isolated. New var? Set it 3x. Missed one = broken build.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251960" y="41605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98848" y="4407408"/>
            <a:ext cx="512064" cy="512064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4062" y="4522622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12080" y="43891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Rotate secrets after exposure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26280" y="51663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 keys, DB passwords, webhook secrets. If it lands in chat or shell history — rotate.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955280" y="416052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02168" y="4407408"/>
            <a:ext cx="512064" cy="512064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7382" y="4522622"/>
            <a:ext cx="281635" cy="28163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15400" y="43891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 deploys need a window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229600" y="51663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downtime for migrations that lock tables. Communicate to HR before the push.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548640" y="6446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is smooth. Smooth is fast.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PROWESS IS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four envs live. Only Prod deferred until Supabase Pro.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247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659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64748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267712" y="2066544"/>
            <a:ext cx="402336" cy="402336"/>
          </a:xfrm>
          <a:prstGeom prst="ellipse">
            <a:avLst/>
          </a:prstGeom>
          <a:solidFill>
            <a:srgbClr val="F0FDF4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8238" y="2157070"/>
            <a:ext cx="221285" cy="22128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880360" y="19202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Docker Supabase, super admin seeded, current Prod schema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 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offline experiments and risky migrations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11247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06324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30632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267712" y="3163824"/>
            <a:ext cx="402336" cy="402336"/>
          </a:xfrm>
          <a:prstGeom prst="ellipse">
            <a:avLst/>
          </a:prstGeom>
          <a:solidFill>
            <a:srgbClr val="F0FDF4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238" y="3254350"/>
            <a:ext cx="221285" cy="22128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80360" y="30175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dev.prowessapp.net, refreshed to current Prod schema 2026-07-08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 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env for feature work. Push migrations here first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977640"/>
            <a:ext cx="11247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16052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59E0B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41605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2267712" y="4261104"/>
            <a:ext cx="402336" cy="402336"/>
          </a:xfrm>
          <a:prstGeom prst="ellipse">
            <a:avLst/>
          </a:prstGeom>
          <a:solidFill>
            <a:srgbClr val="F0FDF4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238" y="4351630"/>
            <a:ext cx="221285" cy="22128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880360" y="41148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uat.prowessapp.net, prowess-uat (renamed from HRAPP), staging branch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 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HR testers. Reset auth users when ready to reset the sandbox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5074920"/>
            <a:ext cx="11247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77240" y="525780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22C55E"/>
          </a:solidFill>
          <a:ln/>
        </p:spPr>
      </p:sp>
      <p:sp>
        <p:nvSpPr>
          <p:cNvPr id="24" name="Text 19"/>
          <p:cNvSpPr/>
          <p:nvPr/>
        </p:nvSpPr>
        <p:spPr>
          <a:xfrm>
            <a:off x="777240" y="525780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2267712" y="5358384"/>
            <a:ext cx="402336" cy="402336"/>
          </a:xfrm>
          <a:prstGeom prst="ellipse">
            <a:avLst/>
          </a:prstGeom>
          <a:solidFill>
            <a:srgbClr val="FFFBEB"/>
          </a:solidFill>
          <a:ln/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8238" y="5448910"/>
            <a:ext cx="221285" cy="22128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2880360" y="52120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— needs Supabase Pro (~$25/mo, unblocks a 3rd project)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 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ready: create prowess-prod, cut prowessapp.net root DNS from Hostinger to Vercel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ORDER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Small, deliberate steps. Each unblocks the next.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247120" cy="704088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37360" y="18105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Iterate on Local + Dev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2103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workflow: feature work locally against Docker Supabase, then merge to main and confirm on dev.prowessapp.net.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195560" y="1938528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9" name="Text 7"/>
          <p:cNvSpPr/>
          <p:nvPr/>
        </p:nvSpPr>
        <p:spPr>
          <a:xfrm>
            <a:off x="10195560" y="19385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11247120" cy="704088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5603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37360" y="2587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 HR testers on UAT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880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uat.prowessapp.net + bootstrap super admin, run a first HR-facing scenario. Confirms staging-branch promotion works end-to-end.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195560" y="2715768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0195560" y="271576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11247120" cy="704088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33756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37360" y="33649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Rotate exposed secrets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737360" y="3657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DB password, UAT DB password, Prod webhook_secret — all exposed in chat/shell history during setup. Reset in dashboards, update secrets.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195560" y="3493008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10195560" y="34930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11247120" cy="704088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41148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37360" y="414223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Upgrade Supabase to Pro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737360" y="4434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a third project (prowess-prod), daily backups, no auto-pause. Trigger this only when Prod launch is imminent.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195560" y="4270248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10195560" y="4270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$25/mo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846320"/>
            <a:ext cx="11247120" cy="704088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48920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737360" y="49194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Prod + cut over root DNS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212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as UAT: new Supabase, new Vercel project on production branch. Then flip prowessapp.net root from Hostinger to Vercel during a window.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195560" y="5047488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22C55E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5560" y="504748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623560"/>
            <a:ext cx="11247120" cy="704088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77240" y="566928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1737360" y="56967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CI automation (optional)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737360" y="59893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to run supabase db push per env on merge, with approval gate before Prod. Nice-to-have — manual promotion is fine to start.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195560" y="5824728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/>
        </p:spPr>
      </p:sp>
      <p:sp>
        <p:nvSpPr>
          <p:cNvPr id="39" name="Text 37"/>
          <p:cNvSpPr/>
          <p:nvPr/>
        </p:nvSpPr>
        <p:spPr>
          <a:xfrm>
            <a:off x="10195560" y="5824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128016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164592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164592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592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2011680" y="502920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2011680" y="539496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2011680" y="5760720"/>
            <a:ext cx="73152" cy="731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011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ONE-LINE VERSION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251460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forward. </a:t>
            </a:r>
            <a:pPr indent="0" marL="0">
              <a:buNone/>
            </a:pPr>
            <a:r>
              <a:rPr lang="en-US" sz="44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migrations. </a:t>
            </a:r>
            <a:pPr indent="0" marL="0">
              <a:buNone/>
            </a:pPr>
            <a:r>
              <a:rPr lang="en-US" sz="44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the pipeline.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31520" y="4343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and connection details in memory files: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prowess-dev-setup-runbook.md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prowess-dev-environment.md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Prowess Engineering  ·  July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Prowess Deployment Strategy</dc:title>
  <dc:subject>How code and DB changes flow from local to real users</dc:subject>
  <dc:creator>Prowess Engineering</dc:creator>
  <cp:lastModifiedBy>Prowess Engineering</cp:lastModifiedBy>
  <cp:revision>1</cp:revision>
  <dcterms:created xsi:type="dcterms:W3CDTF">2026-07-09T10:21:26Z</dcterms:created>
  <dcterms:modified xsi:type="dcterms:W3CDTF">2026-07-09T10:21:26Z</dcterms:modified>
</cp:coreProperties>
</file>