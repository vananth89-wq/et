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6424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6424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6424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6424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4864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9144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1280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1645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 ·  ENGINEERING PLAYBOOK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Strategy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73152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single change flows from your laptop to real users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394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108960" y="53949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429000" y="5394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5394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53949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26480" y="5394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5394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03920" y="53949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823960" y="5394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5394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Prepared for the Prowess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tracks. Both land for a change to ship.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Track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·  driven by git branches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Push a commit → Vercel builds the branch → deploys to that branch's URL.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You never touch the Vercel dashboard to promote. Every promotion is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</a:rPr>
              <a:t>git merge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Ships: JavaScript, HTML, CSS, static assets, env-var-bound API URLs.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933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Track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6092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CLI  ·  driven by human review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0" y="274320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Schema changes live in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supabase/migrations/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. Run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push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 per env.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Manual, deliberate, one env at a time. Vercel does not see migrations.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Ships: tables, RPCs, triggers, RLS policies, Edge Functions.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9893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and DB for a single feature must be promoted together to the same env. Never one without the other.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environments. Each isolated. Each with its own DB and its own URL.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2194560"/>
                <a:gridCol w="2194560"/>
                <a:gridCol w="237744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for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laptop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(supabase start)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seed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localhost:5174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+ first-line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(Vercel)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prowess-dev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data, shared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dev.prowessapp.net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+ PR previews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(Vercel)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prowess-uat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Anonymised Prod snapshot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uat.prowessapp.net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validation, pilot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(Vercel)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prowess-prod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live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actual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0F172A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" y="5468112"/>
            <a:ext cx="585216" cy="58521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5599786"/>
            <a:ext cx="321869" cy="321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325880" y="5394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in Prod. Never let broken code reach real users.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moves: </a:t>
            </a:r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→ Dev → UAT → Prod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Skipping steps is how outages happen.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git branch drives each environment. That's the whole trick.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737360"/>
                <a:gridCol w="292608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prowess-dev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preview 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feature/*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A5E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prowess-dev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dev.prowessapp.net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PR to main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staging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prowess-uat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uat.prowessapp.net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main → staging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prowess-prod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prowessapp.net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staging → production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5596128"/>
            <a:ext cx="512064" cy="512064"/>
          </a:xfrm>
          <a:prstGeom prst="ellipse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5711342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325880" y="54406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Vercel project watches ONE branch as its Production. Push → build → deploy. 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click Deploy manually.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env = branch. To promote, merge forward. To rollback, revert the merge.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change, from your laptop to real users. All git-driven.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057400"/>
            <a:ext cx="0" cy="36576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764792"/>
            <a:ext cx="585216" cy="585216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666" y="18964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·  code + test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78992" y="2679192"/>
            <a:ext cx="585216" cy="58521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66" y="2810866"/>
            <a:ext cx="321869" cy="321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92024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feature/*  →  Vercel PR URL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78992" y="3593592"/>
            <a:ext cx="585216" cy="585216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66" y="3725266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92024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PR → main  →  dev.prowessapp.net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078992" y="4507992"/>
            <a:ext cx="585216" cy="58521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66" y="4639666"/>
            <a:ext cx="321869" cy="3218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920240" y="4846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main → staging  →  uat.prowessapp.net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1078992" y="5422392"/>
            <a:ext cx="585216" cy="585216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66" y="5554066"/>
            <a:ext cx="321869" cy="3218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20240" y="5413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1920240" y="5760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staging → production  →  prowessapp.net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772400" y="173736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936992" y="1901952"/>
            <a:ext cx="585216" cy="585216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666" y="2033626"/>
            <a:ext cx="321869" cy="3218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953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8001000" y="27432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isn't a promotion tool.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git-watcher that builds whatever branch you point it at.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is a git merge. Rollback is a git revert. Rebuild is automatic.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spend zero time in the Vercel dashboard during normal ops.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applies migrations. Human approval gates every env.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00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GitHub Actions triggers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 in Actions tab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auto-triggers workflow. Vijey approves once, migrations apply.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0" y="19202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617720" y="278892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staging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GitHub Actions triggers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 in Actions tab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main → staging, push. Same approval flow. HR validates on UAT.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018520" y="192024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18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412480" y="278892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GitHub Actions triggers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Approval REQUIRED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flow, mandatory approver. When Prod project exists (Pro upgrade).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" y="5815584"/>
            <a:ext cx="585216" cy="585216"/>
          </a:xfrm>
          <a:prstGeom prst="ellipse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6" y="5947258"/>
            <a:ext cx="321869" cy="32186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Coupling rule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71600" y="5989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migration to env N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code that depends on it. Otherwise the app breaks the moment the new frontend deploys.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different destinations. Env vars route each build to the right backend.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4620" cy="39319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22174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127.0.0.1:54321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00507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sb_publishable_...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VITE_APP_URL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82803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6140" y="1737360"/>
            <a:ext cx="2674620" cy="39319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4740" y="1920240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34740" y="237744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prowess-dev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34740" y="2743200"/>
            <a:ext cx="22174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4740" y="292608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4740" y="31821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etmnumptfadkynbsgszz.supabase.co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4740" y="374904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4740" y="400507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anon key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34740" y="457200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VITE_APP_URL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34740" y="482803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dev.prowessapp.net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737360"/>
            <a:ext cx="2674620" cy="39319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920240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prowess-uat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743200"/>
            <a:ext cx="22174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2608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1821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okpnubnswpgybpzgwgtr.supabase.co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00507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 anon key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457200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VITE_APP_URL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82803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uat.prowessapp.net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21140" y="1737360"/>
            <a:ext cx="2674620" cy="39319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49740" y="1920240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49740" y="237744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prowess-prod (soon)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49740" y="2743200"/>
            <a:ext cx="22174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9740" y="292608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49740" y="31821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&lt;prod-ref&gt;.supabase.co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49740" y="374904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49740" y="400507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anon key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49740" y="4572000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VITE_APP_URL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49740" y="482803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prowessapp.net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8521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8978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var?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add it in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project separately. There's no shared vault. Same principle for rotating secrets — rotate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CHANGE, 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adding a new field to the employee profile.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1168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in a migration file. Update the form component. Test with Docker Supabase.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10896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340864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6664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branch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78024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feature/emp-nickname. Vercel builds Preview URL. Reviewer opens it.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9664" y="310896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224528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201168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61688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to main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61688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merged. Vercel redeploys dev.prowessapp.net. Run supabase db push to Dev.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310896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108192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20116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45352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to UAT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5352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main → staging. Vercel redeploys uat.prowessapp.net. Run db push to UAT.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36992" y="310896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991856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77656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29016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sign-off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9016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tester validates. Any bug → back to local, restart the loop.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20656" y="310896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9875520" y="17830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613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10561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01268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to Prod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12680" y="31089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staging → production. db push to Prod during window. Users see it.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timing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680" y="5669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day.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next day.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 depending on HR availability.  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window, often outside business hours.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a step and Step 6 will surprise you.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habits that keep the pipeline honest.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84248"/>
            <a:ext cx="512064" cy="512064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0994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skip an env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a one-line fix. Local → Dev → UAT → Prod. Every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98424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62" y="20994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65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first, code second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env: apply the migration, then deploy the code that uses it. Never the reverse.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02168" y="19842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2" y="209946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65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Feature-flag risky changes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2743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 dark to Prod. Flip the flag env-by-env. Roll back = flip flag, not revert deploy.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4407408"/>
            <a:ext cx="512064" cy="512064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45226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env vars to every project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1663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projects are isolated. New var? Set it 3x. Missed one = broken build.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51960" y="4160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407408"/>
            <a:ext cx="512064" cy="512064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062" y="45226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secrets after exposure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51663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keys, DB passwords, webhook secrets. If it lands in chat or shell history — rotate.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55280" y="4160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02168" y="44074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82" y="45226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 deploys need a window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29600" y="51663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downtime for migrations that lock tables. Communicate to HR before the push.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is smooth. Smooth is fast.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PROWESS IS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of four envs live. Automated DB pushes wired. Only Prod deferred.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67712" y="2066544"/>
            <a:ext cx="402336" cy="402336"/>
          </a:xfrm>
          <a:prstGeom prst="ellipse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238" y="2157070"/>
            <a:ext cx="221285" cy="2212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80360" y="1920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Docker Supabase, super admin seeded, current Prod schema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offline experiments and risky migrations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6324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063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267712" y="3163824"/>
            <a:ext cx="402336" cy="402336"/>
          </a:xfrm>
          <a:prstGeom prst="ellipse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38" y="3254350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017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dev.prowessapp.net. Auto DB push on merge to main + approval.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env for feature work. Migrations flow automatically via workflow.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6052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267712" y="4261104"/>
            <a:ext cx="402336" cy="402336"/>
          </a:xfrm>
          <a:prstGeom prst="ellipse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38" y="4351630"/>
            <a:ext cx="221285" cy="22128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80360" y="4114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uat.prowessapp.net. Auto DB push on push to staging + approval.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HR testers. Reset auth users when ready to reset the sandbox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07492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25780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22C55E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5257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2267712" y="5358384"/>
            <a:ext cx="402336" cy="402336"/>
          </a:xfrm>
          <a:prstGeom prst="ellipse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238" y="5448910"/>
            <a:ext cx="221285" cy="22128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880360" y="5212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needs Supabase Pro (~$25/mo, unblocks a 3rd project)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ready: create prowess-prod, cut prowessapp.net root DNS from Hostinger to Vercel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deliberate steps. Each unblocks the next.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810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on Local + Dev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workflow: feature work locally against Docker Supabase, then merge to main and confirm on dev.prowessapp.net.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195560" y="193852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0195560" y="1938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60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2587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 HR testers on UAT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uat.prowessapp.net + bootstrap super admin, run a first HR-facing scenario. Confirms staging-branch promotion works end-to-end.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95560" y="271576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5560" y="2715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337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3364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exposed secrets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DB password, UAT DB password, Prod webhook_secret — all exposed in chat/shell history during setup. Reset in dashboards, update secrets.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95560" y="349300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5560" y="3493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114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4142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Supabase to Pro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3736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 third project (prowess-prod), daily backups, no auto-pause. Trigger this only when Prod launch is imminent.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95560" y="427024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560" y="4270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8920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737360" y="4919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Prod + cut over root DNS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212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as UAT: new Supabase, new Vercel project on production branch. Then flip prowessapp.net root from Hostinger to Vercel during a window.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95560" y="50474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10195560" y="50474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24712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6692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737360" y="56967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automation via GitHub Actions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737360" y="5989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 Workflow db-push.yml auto-applies migrations per env when branch is pushed. All three envs gated by required-reviewer approval.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195560" y="582472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/>
          <p:nvPr/>
        </p:nvSpPr>
        <p:spPr>
          <a:xfrm>
            <a:off x="10195560" y="5824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592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50292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53949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2011680" y="5760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5146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forward. </a:t>
            </a:r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migrations. </a:t>
            </a:r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pipeline.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and connection details in memory files: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prowess-dev-setup-runbook.md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prowess-dev-environment.md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Prowess Deployment Strategy</dc:title>
  <dc:subject>How code and DB changes flow from local to real users</dc:subject>
  <dc:creator>Prowess Engineering</dc:creator>
  <cp:lastModifiedBy>Prowess Engineering</cp:lastModifiedBy>
  <cp:revision>1</cp:revision>
  <dcterms:created xsi:type="dcterms:W3CDTF">2026-07-09T10:21:26Z</dcterms:created>
  <dcterms:modified xsi:type="dcterms:W3CDTF">2026-07-09T10:21:26Z</dcterms:modified>
</cp:coreProperties>
</file>