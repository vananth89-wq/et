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6424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6424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6424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6424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 ·  ENGINEERING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Quick Reference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731520" y="3611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URLs, logins, and the deploy commands you actually need.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1520" y="539496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68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5779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17720" y="539496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5468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17720" y="5779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dev.prowessapp.net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539496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5468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03920" y="5779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uat.prowessapp.net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this deck locally. Every URL, key, and command you'll reach for.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LOGINS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environments. Bookmark them all.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6640" cy="50292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10512"/>
            <a:ext cx="585216" cy="585216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194218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49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97480"/>
            <a:ext cx="304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80360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136392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502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758184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http://127.0.0.1:54323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123944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4379976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start (in ET-React)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4745736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001768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stop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5367528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56235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Desktop running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5989320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6245352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vijey@prowessinfotech.co.in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73880" y="1600200"/>
            <a:ext cx="3596640" cy="50292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84192" y="1810512"/>
            <a:ext cx="585216" cy="585216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866" y="1942186"/>
            <a:ext cx="321869" cy="32186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34000" y="1828800"/>
            <a:ext cx="249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4648200" y="2697480"/>
            <a:ext cx="304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48200" y="2880360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648200" y="3136392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https://dev.prowessapp.net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648200" y="3502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648200" y="3758184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dashboard: etmnumptfadkynbsgszz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648200" y="4123944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648200" y="4379976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prowesshr/prowess-dev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648200" y="4745736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648200" y="5001768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(auto-deploy on push)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648200" y="5367528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648200" y="56235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+ super admin seeded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648200" y="5989320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648200" y="6245352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vijey@prowessinfotech.co.in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8199120" y="1600200"/>
            <a:ext cx="3596640" cy="50292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409432" y="1810512"/>
            <a:ext cx="585216" cy="58521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106" y="1942186"/>
            <a:ext cx="321869" cy="321869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159240" y="1828800"/>
            <a:ext cx="249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8473440" y="2697480"/>
            <a:ext cx="304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473440" y="2880360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473440" y="3136392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https://uat.prowessapp.net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8473440" y="3502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473440" y="3758184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dashboard: okpnubnswpgybpzgwgtr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8473440" y="4123944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8473440" y="4379976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prowesshr/prowess-uat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8473440" y="4745736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8473440" y="5001768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 (auto-deploy on push)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8473440" y="5367528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8473440" y="56235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HRAPP test data + super admin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8473440" y="5989320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8473440" y="6245352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vijey@prowessinfotech.co.in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548640" y="59893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56" name="Shape 51"/>
          <p:cNvSpPr/>
          <p:nvPr/>
        </p:nvSpPr>
        <p:spPr>
          <a:xfrm>
            <a:off x="713232" y="6108192"/>
            <a:ext cx="402336" cy="402336"/>
          </a:xfrm>
          <a:prstGeom prst="ellipse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8" y="6198718"/>
            <a:ext cx="221285" cy="221285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280160" y="5989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github.com/vananth89-wq/ET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Branches: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Dev,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UAT, 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Prod (future)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type when you're ready to ship.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Frontend-only → Dev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346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"your message"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auto-builds → dev.prowessapp.net updates in ~2 min. No dashboard clicks.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60020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19522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856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+ DB → Dev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63440" y="27432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28346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approve run in Actions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migrations apply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4251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once. Workflow triggers Vercel build + DB migration (with approval). Code and schema promoted together.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160020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644" y="195224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1856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Dev → UAT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503920" y="274320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sp>
        <p:nvSpPr>
          <p:cNvPr id="23" name="Text 18"/>
          <p:cNvSpPr/>
          <p:nvPr/>
        </p:nvSpPr>
        <p:spPr>
          <a:xfrm>
            <a:off x="8641080" y="283464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staging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main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staging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approve run in Actions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(uat env, Vijey approves)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03920" y="48920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builds UAT. Workflow pushes migrations after approval. Do this once Dev is validated.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653796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(when live):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production &amp;&amp; git merge staging &amp;&amp; git push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then approve UAT+Prod workflow runs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GitHub Actions.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THUMB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these in muscle memory.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47088"/>
            <a:ext cx="512064" cy="512064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19623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test in Prod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moves Local → Dev → UAT → Prod. Skipping steps is how outages happen.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6002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84708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062" y="19623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before code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migrations in the same commit as the code. Workflow applies them before you approve.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02168" y="1847088"/>
            <a:ext cx="512064" cy="512064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2" y="19623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push = frontend + DB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deploys frontend automatically. GitHub Actions applies DB migrations (with approval).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4270248"/>
            <a:ext cx="512064" cy="512064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438546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251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 vars are per-project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029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VITE_ var? Set it in every Vercel project separately. No shared vault.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51960" y="4023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270248"/>
            <a:ext cx="512064" cy="512064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062" y="438546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51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 leaked secrets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5029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keys, DB passwords, webhook secrets — if they land in chat or shell history, rotate.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55280" y="4023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02168" y="42702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82" y="438546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251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Prod DB pushes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29600" y="5029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migrations that lock tables need a maintenance window. Warn HR before you push.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is smooth. Smooth is fast.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592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201168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5146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Bookmark. </a:t>
            </a:r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Print. </a:t>
            </a:r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it takes.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strategy: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Prowess_Deployment_Strategy.pptx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same folder.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 ·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Prowess Environment Quick Reference</dc:title>
  <dc:subject>PptxGenJS Presentation</dc:subject>
  <dc:creator>Prowess Engineering</dc:creator>
  <cp:lastModifiedBy>Prowess Engineering</cp:lastModifiedBy>
  <cp:revision>1</cp:revision>
  <dcterms:created xsi:type="dcterms:W3CDTF">2026-07-09T10:46:18Z</dcterms:created>
  <dcterms:modified xsi:type="dcterms:W3CDTF">2026-07-09T10:46:18Z</dcterms:modified>
</cp:coreProperties>
</file>