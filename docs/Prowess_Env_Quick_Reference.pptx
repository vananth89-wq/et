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996696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996696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996696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1033272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3272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9848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6424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1106424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6424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6424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3000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000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Shape 23"/>
          <p:cNvSpPr/>
          <p:nvPr/>
        </p:nvSpPr>
        <p:spPr>
          <a:xfrm>
            <a:off x="1143000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2011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PROWESS  ·  ENGINEERING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24688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Quick Reference</a:t>
            </a:r>
            <a:endParaRPr lang="en-US" sz="5400" dirty="0"/>
          </a:p>
        </p:txBody>
      </p:sp>
      <p:sp>
        <p:nvSpPr>
          <p:cNvPr id="28" name="Text 26"/>
          <p:cNvSpPr/>
          <p:nvPr/>
        </p:nvSpPr>
        <p:spPr>
          <a:xfrm>
            <a:off x="731520" y="3611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URLs, logins, and the deploy commands you actually need.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31520" y="5394960"/>
            <a:ext cx="3657600" cy="777240"/>
          </a:xfrm>
          <a:prstGeom prst="roundRect">
            <a:avLst>
              <a:gd name="adj" fmla="val 14118"/>
            </a:avLst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468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5779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localhost:5174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617720" y="5394960"/>
            <a:ext cx="3657600" cy="777240"/>
          </a:xfrm>
          <a:prstGeom prst="roundRect">
            <a:avLst>
              <a:gd name="adj" fmla="val 14118"/>
            </a:avLst>
          </a:prstGeom>
          <a:solidFill>
            <a:srgbClr val="0F172A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0" y="5468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617720" y="5779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dev.prowessapp.net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503920" y="5394960"/>
            <a:ext cx="3657600" cy="777240"/>
          </a:xfrm>
          <a:prstGeom prst="roundRect">
            <a:avLst>
              <a:gd name="adj" fmla="val 14118"/>
            </a:avLst>
          </a:prstGeom>
          <a:solidFill>
            <a:srgbClr val="0F172A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03920" y="5468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5779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uat.prowessapp.net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this deck locally. Every URL, key, and command you'll reach for.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&amp; LOGINS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environments. Bookmark them all.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6640" cy="50292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10512"/>
            <a:ext cx="585216" cy="585216"/>
          </a:xfrm>
          <a:prstGeom prst="ellipse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1942186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2880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97480"/>
            <a:ext cx="30480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880360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3136392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http://localhost:5174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3502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3758184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http://127.0.0.1:54323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4123944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4379976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start (in ET-React)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4745736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5001768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stop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5367528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5623560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Desktop running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22960" y="5989320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email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2960" y="6245352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vijey@prowessinfotech.co.in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373880" y="1600200"/>
            <a:ext cx="3596640" cy="50292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84192" y="1810512"/>
            <a:ext cx="585216" cy="585216"/>
          </a:xfrm>
          <a:prstGeom prst="ellipse">
            <a:avLst/>
          </a:prstGeom>
          <a:solidFill>
            <a:srgbClr val="0EA5E9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5866" y="1942186"/>
            <a:ext cx="321869" cy="321869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334000" y="182880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4648200" y="2697480"/>
            <a:ext cx="30480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48200" y="2880360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648200" y="3136392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https://dev.prowessapp.net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648200" y="3502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648200" y="3758184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dashboard: etmnumptfadkynbsgszz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648200" y="4123944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4648200" y="4379976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prowesshr/prowess-dev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4648200" y="4745736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648200" y="5001768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(auto-deploy on push)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4648200" y="5367528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648200" y="5623560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 + super admin seeded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4648200" y="5989320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email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4648200" y="6245352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vijey@prowessinfotech.co.in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8199120" y="1600200"/>
            <a:ext cx="3596640" cy="50292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8409432" y="1810512"/>
            <a:ext cx="585216" cy="585216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106" y="1942186"/>
            <a:ext cx="321869" cy="321869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9159240" y="182880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</a:t>
            </a:r>
            <a:endParaRPr lang="en-US" sz="2200" dirty="0"/>
          </a:p>
        </p:txBody>
      </p:sp>
      <p:sp>
        <p:nvSpPr>
          <p:cNvPr id="42" name="Shape 37"/>
          <p:cNvSpPr/>
          <p:nvPr/>
        </p:nvSpPr>
        <p:spPr>
          <a:xfrm>
            <a:off x="8473440" y="2697480"/>
            <a:ext cx="30480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473440" y="2880360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8473440" y="3136392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https://uat.prowessapp.net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8473440" y="3502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00" dirty="0"/>
          </a:p>
        </p:txBody>
      </p:sp>
      <p:sp>
        <p:nvSpPr>
          <p:cNvPr id="46" name="Text 41"/>
          <p:cNvSpPr/>
          <p:nvPr/>
        </p:nvSpPr>
        <p:spPr>
          <a:xfrm>
            <a:off x="8473440" y="3758184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dashboard: okpnubnswpgybpzgwgtr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8473440" y="4123944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000" dirty="0"/>
          </a:p>
        </p:txBody>
      </p:sp>
      <p:sp>
        <p:nvSpPr>
          <p:cNvPr id="48" name="Text 43"/>
          <p:cNvSpPr/>
          <p:nvPr/>
        </p:nvSpPr>
        <p:spPr>
          <a:xfrm>
            <a:off x="8473440" y="4379976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prowesshr/prowess-uat</a:t>
            </a:r>
            <a:endParaRPr lang="en-US" sz="1100" dirty="0"/>
          </a:p>
        </p:txBody>
      </p:sp>
      <p:sp>
        <p:nvSpPr>
          <p:cNvPr id="49" name="Text 44"/>
          <p:cNvSpPr/>
          <p:nvPr/>
        </p:nvSpPr>
        <p:spPr>
          <a:xfrm>
            <a:off x="8473440" y="4745736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000" dirty="0"/>
          </a:p>
        </p:txBody>
      </p:sp>
      <p:sp>
        <p:nvSpPr>
          <p:cNvPr id="50" name="Text 45"/>
          <p:cNvSpPr/>
          <p:nvPr/>
        </p:nvSpPr>
        <p:spPr>
          <a:xfrm>
            <a:off x="8473440" y="5001768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 (auto-deploy on push)</a:t>
            </a:r>
            <a:endParaRPr lang="en-US" sz="1100" dirty="0"/>
          </a:p>
        </p:txBody>
      </p:sp>
      <p:sp>
        <p:nvSpPr>
          <p:cNvPr id="51" name="Text 46"/>
          <p:cNvSpPr/>
          <p:nvPr/>
        </p:nvSpPr>
        <p:spPr>
          <a:xfrm>
            <a:off x="8473440" y="5367528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8473440" y="5623560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HRAPP test data + super admin</a:t>
            </a:r>
            <a:endParaRPr lang="en-US" sz="1100" dirty="0"/>
          </a:p>
        </p:txBody>
      </p:sp>
      <p:sp>
        <p:nvSpPr>
          <p:cNvPr id="53" name="Text 48"/>
          <p:cNvSpPr/>
          <p:nvPr/>
        </p:nvSpPr>
        <p:spPr>
          <a:xfrm>
            <a:off x="8473440" y="5989320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email</a:t>
            </a:r>
            <a:endParaRPr lang="en-US" sz="1000" dirty="0"/>
          </a:p>
        </p:txBody>
      </p:sp>
      <p:sp>
        <p:nvSpPr>
          <p:cNvPr id="54" name="Text 49"/>
          <p:cNvSpPr/>
          <p:nvPr/>
        </p:nvSpPr>
        <p:spPr>
          <a:xfrm>
            <a:off x="8473440" y="6245352"/>
            <a:ext cx="304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vijey@prowessinfotech.co.in</a:t>
            </a:r>
            <a:endParaRPr lang="en-US" sz="1100" dirty="0"/>
          </a:p>
        </p:txBody>
      </p:sp>
      <p:sp>
        <p:nvSpPr>
          <p:cNvPr id="55" name="Shape 50"/>
          <p:cNvSpPr/>
          <p:nvPr/>
        </p:nvSpPr>
        <p:spPr>
          <a:xfrm>
            <a:off x="548640" y="59893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/>
        </p:spPr>
      </p:sp>
      <p:sp>
        <p:nvSpPr>
          <p:cNvPr id="56" name="Shape 51"/>
          <p:cNvSpPr/>
          <p:nvPr/>
        </p:nvSpPr>
        <p:spPr>
          <a:xfrm>
            <a:off x="713232" y="6108192"/>
            <a:ext cx="402336" cy="402336"/>
          </a:xfrm>
          <a:prstGeom prst="ellipse">
            <a:avLst/>
          </a:prstGeom>
          <a:solidFill>
            <a:srgbClr val="1F2937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5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58" y="6198718"/>
            <a:ext cx="221285" cy="221285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1280160" y="5989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github.com/vananth89-wq/ET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Branches: </a:t>
            </a:r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Dev, 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UAT,  </a:t>
            </a:r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Prod (future)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COMMANDS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type when you're ready to ship.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703320" cy="48920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0EA5E9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195224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56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Frontend-only → Dev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743200"/>
            <a:ext cx="3154680" cy="1325880"/>
          </a:xfrm>
          <a:prstGeom prst="roundRect">
            <a:avLst>
              <a:gd name="adj" fmla="val 5517"/>
            </a:avLst>
          </a:prstGeom>
          <a:solidFill>
            <a:srgbClr val="0F172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83464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-A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"your message"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4251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auto-builds → dev.prowessapp.net updates in ~2 min. No dashboard clicks.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89120" y="1600200"/>
            <a:ext cx="3703320" cy="48920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1828800"/>
            <a:ext cx="548640" cy="548640"/>
          </a:xfrm>
          <a:prstGeom prst="ellipse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164" y="1952244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856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+ DB → Dev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663440" y="2743200"/>
            <a:ext cx="3154680" cy="1325880"/>
          </a:xfrm>
          <a:prstGeom prst="roundRect">
            <a:avLst>
              <a:gd name="adj" fmla="val 5517"/>
            </a:avLst>
          </a:prstGeom>
          <a:solidFill>
            <a:srgbClr val="0F172A"/>
          </a:solidFill>
          <a:ln/>
        </p:spPr>
      </p:sp>
      <p:sp>
        <p:nvSpPr>
          <p:cNvPr id="16" name="Text 12"/>
          <p:cNvSpPr/>
          <p:nvPr/>
        </p:nvSpPr>
        <p:spPr>
          <a:xfrm>
            <a:off x="4800600" y="283464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 --project-ref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etmnumptfadkynbsgszz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663440" y="4251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migration BEFORE code push. New frontend will crash on missing schema.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0" y="1600200"/>
            <a:ext cx="3703320" cy="48920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458200" y="1828800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644" y="1952244"/>
            <a:ext cx="301752" cy="30175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144000" y="1856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 Dev → UAT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503920" y="274320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0F172A"/>
          </a:solidFill>
          <a:ln/>
        </p:spPr>
      </p:sp>
      <p:sp>
        <p:nvSpPr>
          <p:cNvPr id="23" name="Text 18"/>
          <p:cNvSpPr/>
          <p:nvPr/>
        </p:nvSpPr>
        <p:spPr>
          <a:xfrm>
            <a:off x="8641080" y="2834640"/>
            <a:ext cx="2880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staging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main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staging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 --project-ref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okpnubnswpgybpzgwgtr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503920" y="48920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auto-builds → uat.prowessapp.net. Do this once Dev is validated.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48640" y="6537960"/>
            <a:ext cx="11247120" cy="32004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/>
        </p:spPr>
      </p:sp>
      <p:sp>
        <p:nvSpPr>
          <p:cNvPr id="26" name="Text 21"/>
          <p:cNvSpPr/>
          <p:nvPr/>
        </p:nvSpPr>
        <p:spPr>
          <a:xfrm>
            <a:off x="822960" y="6537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— Promote UAT → Prod: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production &amp;&amp; git merge staging &amp;&amp; git push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then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 --project-ref &lt;prod-ref&gt;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these in muscle memory.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847088"/>
            <a:ext cx="512064" cy="512064"/>
          </a:xfrm>
          <a:prstGeom prst="ellipse">
            <a:avLst/>
          </a:prstGeom>
          <a:solidFill>
            <a:srgbClr val="22C55E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1962302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28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test in Prod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moves Local → Dev → UAT → Prod. Skipping steps is how outages happen.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1600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98848" y="1847088"/>
            <a:ext cx="512064" cy="512064"/>
          </a:xfrm>
          <a:prstGeom prst="ellipse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062" y="196230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1828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before code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26280" y="2606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each env: apply the migration first, then deploy the code that uses it. Never the reverse.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955280" y="1600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02168" y="1847088"/>
            <a:ext cx="512064" cy="512064"/>
          </a:xfrm>
          <a:prstGeom prst="ellipse">
            <a:avLst/>
          </a:prstGeom>
          <a:solidFill>
            <a:srgbClr val="0EA5E9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382" y="196230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1828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to main = Dev deploys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0" y="2606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dashboard clicks. Vercel auto-detects the push. Same for staging → UAT.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95528" y="4270248"/>
            <a:ext cx="512064" cy="512064"/>
          </a:xfrm>
          <a:prstGeom prst="ellipse">
            <a:avLst/>
          </a:prstGeom>
          <a:solidFill>
            <a:srgbClr val="21295C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" y="438546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251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 vars are per-project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22960" y="50292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VITE_ var? Set it in every Vercel project separately. No shared vault.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51960" y="4023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98848" y="4270248"/>
            <a:ext cx="512064" cy="512064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4062" y="438546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12080" y="4251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 leaked secrets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26280" y="50292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 keys, DB passwords, webhook secrets — if they land in chat or shell history, rotate.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955280" y="4023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02168" y="4270248"/>
            <a:ext cx="512064" cy="512064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7382" y="438546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15400" y="4251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Coordinate Prod DB pushes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229600" y="50292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migrations that lock tables need a maintenance window. Warn HR before you push.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548640" y="6446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is smooth. Smooth is fast.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128016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164592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164592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592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201168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201168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201168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011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HANDY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51460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Bookmark. </a:t>
            </a:r>
            <a:pPr indent="0" marL="0">
              <a:buNone/>
            </a:pPr>
            <a:r>
              <a:rPr lang="en-US" sz="4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Print. </a:t>
            </a:r>
            <a:pPr indent="0" marL="0">
              <a:buNone/>
            </a:pPr>
            <a:r>
              <a:rPr lang="en-US" sz="44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Whatever it takes.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31520" y="4343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deployment strategy: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Prowess_Deployment_Strategy.pptx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same folder.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Prowess Engineering  ·  July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Prowess Environment Quick Reference</dc:title>
  <dc:subject>PptxGenJS Presentation</dc:subject>
  <dc:creator>Prowess Engineering</dc:creator>
  <cp:lastModifiedBy>Prowess Engineering</cp:lastModifiedBy>
  <cp:revision>1</cp:revision>
  <dcterms:created xsi:type="dcterms:W3CDTF">2026-07-09T10:46:18Z</dcterms:created>
  <dcterms:modified xsi:type="dcterms:W3CDTF">2026-07-09T10:46:18Z</dcterms:modified>
</cp:coreProperties>
</file>