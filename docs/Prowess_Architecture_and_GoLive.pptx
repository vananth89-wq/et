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3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1709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-1371600"/>
            <a:ext cx="5486400" cy="5486400"/>
          </a:xfrm>
          <a:prstGeom prst="ellipse">
            <a:avLst/>
          </a:prstGeom>
          <a:solidFill>
            <a:srgbClr val="4F46E5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828800" y="4572000"/>
            <a:ext cx="3657600" cy="3657600"/>
          </a:xfrm>
          <a:prstGeom prst="ellipse">
            <a:avLst/>
          </a:prstGeom>
          <a:solidFill>
            <a:srgbClr val="0891B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Architecture, Deployment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Go-Live Plan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document · Version 1.0 · July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5852160"/>
            <a:ext cx="137160" cy="5486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5852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for engineering, HR, and leadership — living document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is a Supabase + React HRMS with event-sourced workflow, permission-scoped access control, and a bulk operations framework.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25146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shipped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in design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28416" y="160020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28416" y="16916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600+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65576" y="25146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migrations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9632" y="160020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99632" y="16916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336792" y="25146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(sync + async)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70848" y="160020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070848" y="16916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208008" y="25146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templates in the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cross-module framework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11247120" cy="2651760"/>
          </a:xfrm>
          <a:prstGeom prst="roundRect">
            <a:avLst>
              <a:gd name="adj" fmla="val 275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3749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411480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is intentionally boring: 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does the heavy lifting via RPCs; React is a thin permission-aware shell; Edge Functions handle async and integration work.
</a:t>
            </a: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production go-live, three areas need explicit decisions: 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environment topology, (b) migration promotion pipeline, (c) data migration from legacy HRMS.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Architecture · Deployment · Go-Live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browser → CDN-hosted React → Supabase managed backend → external integrations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(Browser)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10972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/ Safari / Firefox · Desktop + Mobile responsive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52160" y="2331720"/>
            <a:ext cx="457200" cy="320040"/>
          </a:xfrm>
          <a:prstGeom prst="downArrow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254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880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Static SPA (React + TypeScript + Vite)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246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CDN-backed static site (Vercel / Netlify / CloudFront). Bundle ~2–5 MB gzipped. Client-side routing.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3566160"/>
            <a:ext cx="457200" cy="320040"/>
          </a:xfrm>
          <a:prstGeom prst="downArrow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112471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4069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· Backend-as-a-Service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434840"/>
            <a:ext cx="2651760" cy="1280160"/>
          </a:xfrm>
          <a:prstGeom prst="roundRect">
            <a:avLst>
              <a:gd name="adj" fmla="val 357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4526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4846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SAML/OIDC ready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5257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Postgres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83280" y="4434840"/>
            <a:ext cx="2651760" cy="1280160"/>
          </a:xfrm>
          <a:prstGeom prst="roundRect">
            <a:avLst>
              <a:gd name="adj" fmla="val 357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83280" y="4526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83280" y="4846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REST from schema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5257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Postgres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72200" y="4434840"/>
            <a:ext cx="2651760" cy="1280160"/>
          </a:xfrm>
          <a:prstGeom prst="roundRect">
            <a:avLst>
              <a:gd name="adj" fmla="val 357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72200" y="4526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72200" y="4846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S3-like buckets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72200" y="5257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Postgres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61120" y="4434840"/>
            <a:ext cx="2651760" cy="1280160"/>
          </a:xfrm>
          <a:prstGeom prst="roundRect">
            <a:avLst>
              <a:gd name="adj" fmla="val 357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961120" y="4526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961120" y="4846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 runtime, async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61120" y="5257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Postgres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5943600"/>
            <a:ext cx="11247120" cy="411480"/>
          </a:xfrm>
          <a:prstGeom prst="roundRect">
            <a:avLst>
              <a:gd name="adj" fmla="val 11111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(managed) · ~600 migrations · RLS on every employee table · SECURITY DEFINER RPCs · pg_trgm, pg_cron, pgcrypto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Architecture · Deployment · Go-Live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in Plain Terms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= React + Supabase + Postgres — with Supabase replacing what would normally be a Node.js server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560320" cy="457200"/>
          </a:xfrm>
          <a:prstGeom prst="rect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63240" y="1600200"/>
            <a:ext cx="2194560" cy="457200"/>
          </a:xfrm>
          <a:prstGeom prst="rect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0" y="1600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0" y="1600200"/>
            <a:ext cx="6400800" cy="457200"/>
          </a:xfrm>
          <a:prstGeom prst="rect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40680" y="160020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25603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063240" y="2057400"/>
            <a:ext cx="2194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303520" y="2057400"/>
            <a:ext cx="6400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" y="2354580"/>
            <a:ext cx="182880" cy="18288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205740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+ Vite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20574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40680" y="2057400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screens users see. Runs in the browser. Vite is the build tool. TypeScript = JavaScript with type checking.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256032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063240" y="2834640"/>
            <a:ext cx="219456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303520" y="2834640"/>
            <a:ext cx="640080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4360" y="3131820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283464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28346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backend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40680" y="2834640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what you'd normally build in Node.js. Provides authentication, an API to the database, file storage, and Edge Functions.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25603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063240" y="3611880"/>
            <a:ext cx="2194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303520" y="3611880"/>
            <a:ext cx="6400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94360" y="3909060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68680" y="361188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00400" y="36118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40680" y="3611880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all the actual data lives — employees, terminations, workflows, permissions, audit trails.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389120"/>
            <a:ext cx="256032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063240" y="4389120"/>
            <a:ext cx="219456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303520" y="4389120"/>
            <a:ext cx="640080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94360" y="4686300"/>
            <a:ext cx="182880" cy="18288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68680" y="438912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200400" y="43891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server-side scripts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440680" y="4389120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tiny Node.js programs, but run inside Supabase (Deno runtime). Used for async jobs — daily termination processing, sending email, bulk uploads.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5166360"/>
            <a:ext cx="25603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063240" y="5166360"/>
            <a:ext cx="2194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303520" y="5166360"/>
            <a:ext cx="6400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94360" y="5463540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68680" y="516636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RPCs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200400" y="51663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functions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440680" y="5166360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written INSIDE the database in SQL/PL-pgSQL. Unusual — most apps put logic in the Node.js server. Prowess puts most of it in Postgres.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6035040"/>
            <a:ext cx="11247120" cy="365760"/>
          </a:xfrm>
          <a:prstGeom prst="roundRect">
            <a:avLst>
              <a:gd name="adj" fmla="val 12500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Node.js server. Supabase does that job — and most of the business logic lives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Postgres itself.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Architecture · Deployment · Go-Live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Patterns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architectural patterns that shape every module in Prowess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703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365760" cy="36576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8288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Bi-temporal effective-dating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1945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Info, Employment, JR, Address, Bank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records: effective_from, effective_to, is_active. 9999-12-31 = open-ended slice.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70832" y="1645920"/>
            <a:ext cx="3703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99432" y="187452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99432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56632" y="18288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Set-snapshot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56632" y="21945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Dependents, Bank, Job Relationships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99432" y="260604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set + child items per effective-dated slice. Whole-set replacement on edit.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84464" y="1645920"/>
            <a:ext cx="3703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513064" y="1874520"/>
            <a:ext cx="365760" cy="36576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513064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70264" y="18288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table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70264" y="21945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13064" y="260604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Non-effective-dated. Single row per event with its own workflow state.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3703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5800" y="420624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" y="41605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Dual-path RPC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452628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RPC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" y="493776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entry point routes to direct-write (Path A) or workflow-staged (Path B) by module config.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70832" y="3977640"/>
            <a:ext cx="3703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99432" y="420624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99432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56632" y="41605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56632" y="452628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99432" y="493776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wf_submit / approve / reject / resubmit / withdraw. Multi-approver, ROLE fan-out, target-population aware.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84464" y="3977640"/>
            <a:ext cx="3703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513064" y="420624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513064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970264" y="41605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Operations Framework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970264" y="452628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templates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513064" y="493776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Registry-driven CSV import/export. Async Edge Function processor. Bypasses workflow by permission lockdown.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Architecture · Deployment · Go-Live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Model — Defence in Depth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 between the browser and business logic. If one is bypassed, the next catches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554480" y="1645920"/>
            <a:ext cx="101498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737360" y="1737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JWT, extracts auth.uid()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670048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6700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554480" y="2578608"/>
            <a:ext cx="101498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37360" y="267004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2670048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policies on every employee-scoped table. "You see yourself + subordinates."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602736"/>
            <a:ext cx="640080" cy="64008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6027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554480" y="3511296"/>
            <a:ext cx="101498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737360" y="3602736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DEFINER RPC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0" y="3602736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search_path = public. Business logic isolated from search-path attacks.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535424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453542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554480" y="4443984"/>
            <a:ext cx="101498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737360" y="4535424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user_can + target_groups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0" y="4535424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grant + target population scoping + role membership evaluation.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468112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54681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554480" y="5376672"/>
            <a:ext cx="101498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737360" y="546811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validation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029200" y="5468112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checks, effective-dating rules, workflow gating.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Architecture · Deployment · Go-Live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Engine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submission flows through wf_submit → wf_approve → post-approval automation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35128" y="1828800"/>
            <a:ext cx="21945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54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58088" y="196596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58088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26568" y="2651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submit_&lt;module&gt;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6568" y="3017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user_can gate · staged in DRAFT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34260" y="2606040"/>
            <a:ext cx="128016" cy="182880"/>
          </a:xfrm>
          <a:prstGeom prst="rightArrow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66848" y="1828800"/>
            <a:ext cx="21945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89808" y="196596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89808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58288" y="2651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wf_submit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58288" y="3017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resolved · workflow_instance PENDING · guards fire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65980" y="2606040"/>
            <a:ext cx="128016" cy="182880"/>
          </a:xfrm>
          <a:prstGeom prst="rightArrow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98568" y="1828800"/>
            <a:ext cx="21945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821528" y="1965960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21528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90008" y="2651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 actions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90008" y="3017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wf_approve / wf_reject / wf_withdraw · multi-step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97700" y="2606040"/>
            <a:ext cx="128016" cy="182880"/>
          </a:xfrm>
          <a:prstGeom prst="rightArrow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30288" y="1828800"/>
            <a:ext cx="21945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153248" y="1965960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153248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421728" y="2651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wf_sync_module_status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21728" y="3017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Denormalise status back onto record · trigger downstream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529420" y="2606040"/>
            <a:ext cx="128016" cy="182880"/>
          </a:xfrm>
          <a:prstGeom prst="rightArrow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662008" y="1828800"/>
            <a:ext cx="21945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484968" y="1965960"/>
            <a:ext cx="548640" cy="54864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484968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753448" y="2651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Post-approval Edge Function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53448" y="3017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closure · status flip · notifications · integrations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023360"/>
            <a:ext cx="11247120" cy="2103120"/>
          </a:xfrm>
          <a:prstGeom prst="roundRect">
            <a:avLst>
              <a:gd name="adj" fmla="val 347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77240" y="41605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lives where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77240" y="45720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workflow_instances —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trail. Never trust denormalised status alone.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63640" y="45720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initiated_by_actor_id —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Stamped when subject ≠ submitter ("HR on behalf of").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7240" y="53035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Denormalised workflow_status —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where a partial-unique constraint needs it (e.g. Termination).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63640" y="53035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guard —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blocks all other module submissions while PENDING.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Architecture · Deployment · Go-Live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Bulk Operations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framework serves all 17 modules. Registry-driven, async, permission-locked.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783080"/>
            <a:ext cx="594360" cy="59436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828800" y="1691640"/>
            <a:ext cx="5943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965960" y="17373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Upload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207568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10k rows → bulk-uploads bucket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715768"/>
            <a:ext cx="594360" cy="5943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7157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828800" y="2624328"/>
            <a:ext cx="5943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965960" y="267004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EF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3008376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&lt;1s · row-level errors + warnings · strict mm/dd/yyyy + codes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3648456"/>
            <a:ext cx="594360" cy="59436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364845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828800" y="3557016"/>
            <a:ext cx="5943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965960" y="3602736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EF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65960" y="3941064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· per-row RPC · bypasses workflow · upload_batch_id stamped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4581144"/>
            <a:ext cx="594360" cy="59436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458114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828800" y="4489704"/>
            <a:ext cx="5943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965960" y="4535424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bulk_upload_job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965960" y="487375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counts · row-level error report · downloadable Excel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" y="5513832"/>
            <a:ext cx="594360" cy="59436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4400" y="55138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828800" y="5422392"/>
            <a:ext cx="5943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965960" y="546811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965960" y="58064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+ email on completion to uploader + optional HR group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0" y="1691640"/>
            <a:ext cx="3520440" cy="4663440"/>
          </a:xfrm>
          <a:prstGeom prst="roundRect">
            <a:avLst>
              <a:gd name="adj" fmla="val 2078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412480" y="18288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facts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12480" y="23317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412480" y="271576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templates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12480" y="309067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412480" y="34747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hard cap per upload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12480" y="384962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8412480" y="423367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warning threshold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412480" y="4608576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days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8412480" y="499262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retention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412480" y="53675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UTF-8+BOM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8412480" y="575157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· RFC 4180 quoting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Architecture · Deployment · Go-Live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Strategy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environments · one Supabase project each · no cross-env DB sharing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097280" cy="457200"/>
          </a:xfrm>
          <a:prstGeom prst="rect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54480" y="1691640"/>
            <a:ext cx="1920240" cy="457200"/>
          </a:xfrm>
          <a:prstGeom prst="rect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45920" y="1691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691640"/>
            <a:ext cx="2286000" cy="457200"/>
          </a:xfrm>
          <a:prstGeom prst="rect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66160" y="1691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project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0" y="1691640"/>
            <a:ext cx="2286000" cy="457200"/>
          </a:xfrm>
          <a:prstGeom prst="rect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52160" y="1691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691640"/>
            <a:ext cx="2377440" cy="457200"/>
          </a:xfrm>
          <a:prstGeom prst="rect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138160" y="1691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424160" y="1691640"/>
            <a:ext cx="1645920" cy="457200"/>
          </a:xfrm>
          <a:prstGeom prst="rect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515600" y="1691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cadence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148840"/>
            <a:ext cx="10972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148840"/>
            <a:ext cx="73152" cy="82296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554480" y="2148840"/>
            <a:ext cx="1920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645920" y="21488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laptop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74720" y="2148840"/>
            <a:ext cx="22860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66160" y="21488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(supabase start)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760720" y="2148840"/>
            <a:ext cx="22860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852160" y="21488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seed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46720" y="2148840"/>
            <a:ext cx="23774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138160" y="21488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only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424160" y="2148840"/>
            <a:ext cx="1645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515600" y="21488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commit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971800"/>
            <a:ext cx="1097280" cy="8229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2971800"/>
            <a:ext cx="73152" cy="8229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2971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554480" y="2971800"/>
            <a:ext cx="1920240" cy="8229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645920" y="29718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integration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474720" y="2971800"/>
            <a:ext cx="2286000" cy="8229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566160" y="29718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prowess-dev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60720" y="2971800"/>
            <a:ext cx="2286000" cy="8229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852160" y="29718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+ volatile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046720" y="2971800"/>
            <a:ext cx="2377440" cy="8229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138160" y="29718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team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0424160" y="2971800"/>
            <a:ext cx="1645920" cy="8229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0515600" y="29718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merge to main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3794760"/>
            <a:ext cx="10972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57200" y="3794760"/>
            <a:ext cx="73152" cy="8229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0080" y="3794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554480" y="3794760"/>
            <a:ext cx="1920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645920" y="37947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validation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474720" y="3794760"/>
            <a:ext cx="22860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566160" y="37947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prowess-uat (GAP)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760720" y="3794760"/>
            <a:ext cx="22860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852160" y="37947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 prod (monthly)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046720" y="3794760"/>
            <a:ext cx="23774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138160" y="37947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+ pilot users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10424160" y="3794760"/>
            <a:ext cx="1645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0515600" y="37947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release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57200" y="4617720"/>
            <a:ext cx="1097280" cy="8229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57200" y="4617720"/>
            <a:ext cx="73152" cy="8229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40080" y="4617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1554480" y="4617720"/>
            <a:ext cx="1920240" cy="8229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645920" y="46177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3474720" y="4617720"/>
            <a:ext cx="2286000" cy="8229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566160" y="46177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prowess-prod (okpn...)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760720" y="4617720"/>
            <a:ext cx="2286000" cy="8229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852160" y="46177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8046720" y="4617720"/>
            <a:ext cx="2377440" cy="8229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138160" y="46177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· break-glass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10424160" y="4617720"/>
            <a:ext cx="1645920" cy="8229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10515600" y="46177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Fortnightly + hotfix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457200" y="5577840"/>
            <a:ext cx="11247120" cy="731520"/>
          </a:xfrm>
          <a:prstGeom prst="roundRect">
            <a:avLst>
              <a:gd name="adj" fmla="val 75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85800" y="5577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1280160" y="557784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environment doesn't exist yet — memory only shows the Prod project ID. Set it up before starting data migration work.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Architecture · Deployment · Go-Live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Setup 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practical steps to go from Prod-only to Local · Dev · UAT · Prod — target: 2 weeks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35128" y="1691640"/>
            <a:ext cx="21945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12368" y="1828800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12368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26568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Supabase projects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2288" y="30175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into supabase.com. Create prowess-dev (Free) and prowess-uat (Pro). Same region as Prod. ~1 hour each.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34260" y="2743200"/>
            <a:ext cx="128016" cy="182880"/>
          </a:xfrm>
          <a:prstGeom prst="rightArrow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66848" y="1691640"/>
            <a:ext cx="21945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44088" y="182880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44088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758288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env variables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04008" y="30175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.env.local for laptop (never commit). Vercel dashboard for Dev/UAT/Prod URLs + anon keys.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65980" y="2743200"/>
            <a:ext cx="128016" cy="182880"/>
          </a:xfrm>
          <a:prstGeom prst="rightArrow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98568" y="1691640"/>
            <a:ext cx="21945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75808" y="1828800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75808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090008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branch mapping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35728" y="30175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→ Dev · uat branch → UAT · prod branch/tag → Prod. Each with its own env variables.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97700" y="2743200"/>
            <a:ext cx="128016" cy="182880"/>
          </a:xfrm>
          <a:prstGeom prst="rightArrow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30288" y="1691640"/>
            <a:ext cx="21945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107528" y="1828800"/>
            <a:ext cx="640080" cy="64008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107528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421728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 secrets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67448" y="30175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Per-project: supabase secrets set. Deploy functions to each env with --project-ref.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529420" y="2743200"/>
            <a:ext cx="128016" cy="182880"/>
          </a:xfrm>
          <a:prstGeom prst="rightArrow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662008" y="1691640"/>
            <a:ext cx="21945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439248" y="1828800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439248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753448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 end-to-end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799168" y="30175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 change: laptop → PR → Dev → UAT → Prod → rollback. Prove the pipeline works.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206240"/>
            <a:ext cx="11247120" cy="2057400"/>
          </a:xfrm>
          <a:prstGeom prst="roundRect">
            <a:avLst>
              <a:gd name="adj" fmla="val 3556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77240" y="4343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hands-on version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7240" y="47091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Prowess_Environment_Setup_Playbook.pptx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separate 18-slide tutorial with copy-paste commands, env-var templates, Vercel setup, do-not list, and a 14-day priority order. Written for someone new to multi-environment setup.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77240" y="54406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effort: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 working days spread over 2 weeks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7240" y="573328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impact: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+$25/month (UAT Pro tier) — Dev stays on Free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77240" y="6025896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Blockers: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Anonymisation script must be written before first UAT data refresh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Architecture · Deployment · Go-Live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CI/CD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auto-deploys · migrations always human-approved · never auto-run against Prod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7498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48640" cy="54864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828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commit → PR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148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· typecheck · unit tests · Vite build · Vercel preview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7498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2788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to main → Dev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3108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checks · frontend auto-deploys · migration diff posted as comment (manual push)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7498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3749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cut → UAT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4069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frontend · manual migration approval · smoke tests · business sign-off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7498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0080" y="4754880"/>
            <a:ext cx="548640" cy="54864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716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Fortnightly → Prod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5029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Human-approved migration push · post-deploy smoke test · 30-min watch window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83880" y="1737360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321040" y="1874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operational rules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321040" y="2414016"/>
            <a:ext cx="128016" cy="128016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549640" y="23317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never auto-run against Prod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321040" y="3008376"/>
            <a:ext cx="128016" cy="128016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549640" y="2926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CREATE OR REPLACE reviewed against current body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321040" y="3602736"/>
            <a:ext cx="128016" cy="128016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549640" y="35204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destructive migration per deploy window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321040" y="4197096"/>
            <a:ext cx="128016" cy="128016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549640" y="41148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restore prod data into Dev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321040" y="4791456"/>
            <a:ext cx="128016" cy="128016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549640" y="47091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never in git · .env.example documents shape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5623560"/>
            <a:ext cx="11292840" cy="6858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85800" y="56235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incident: 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828800" y="562356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mig 611 did a CREATE OR REPLACE that dropped inline execution added by mig 608 → two-week production impact. Mig 625 restored it. Read every CREATE OR REPLACE against the current function body before push.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Architecture · Deployment · Go-Live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Backup, Restore &amp; Disaster Recovery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Supabase-native plus external insurance · quarterly restore drills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5321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PITR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automated backups (7-day retention) + point-in-time recovery to any second. Requires Pro tier — verify.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99632" y="1691640"/>
            <a:ext cx="55321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82512" y="187452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82512" y="1874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382512" y="219456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nightly pg_dump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82512" y="2514600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to S3, 90-day daily retention + 1-year weekly full. Insurance vs. account compromise.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227832"/>
            <a:ext cx="55321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" y="341071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41071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" y="3730752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bucket backup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050792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 backed up separately — they're irreplaceable business records.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99632" y="3227832"/>
            <a:ext cx="55321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82512" y="341071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82512" y="341071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382512" y="3730752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in git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82512" y="4050792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files versioned in the repo. The schema IS the code.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764024"/>
            <a:ext cx="55321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0080" y="4946904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494690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0080" y="5266944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restore drill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586984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latest backup to scratch project, run smoke tests, time the restore, document RTO.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99632" y="4764024"/>
            <a:ext cx="55321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382512" y="4946904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82512" y="494690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382512" y="5266944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runbook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82512" y="5586984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rollback = revert deploy (30s). Migration rollback = PITR restore. One destructive mig per window.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Architecture · Deployment · Go-Live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Control &amp; Compliance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provisioning · compliance obligations · access reviews · what needs decisions before go-live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703320" cy="46177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703320" cy="6400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Provisioning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63240" y="1874520"/>
            <a:ext cx="96012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63240" y="187452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2724912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606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admin creation via UI (current)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410712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3291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CSV import via framework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4096512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3977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via SAML or OIDC (recommended)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4782312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46634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SCIM auto-provisioning for lifecycle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5468112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5349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Pro tier for SAML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70832" y="1691640"/>
            <a:ext cx="3703320" cy="46177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370832" y="1691640"/>
            <a:ext cx="3703320" cy="64008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53712" y="16916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76872" y="1874520"/>
            <a:ext cx="96012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76872" y="187452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99432" y="2724912"/>
            <a:ext cx="109728" cy="10972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28032" y="2606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GDPR: right to be forgotten, DPO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99432" y="3410712"/>
            <a:ext cx="109728" cy="10972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28032" y="3291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2: audit trail, access reviews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99432" y="4096512"/>
            <a:ext cx="109728" cy="10972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28032" y="3977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HIPAA: BAA with Supabase if PHI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99432" y="4782312"/>
            <a:ext cx="109728" cy="10972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28032" y="46634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residency: project region fixed once chosen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99432" y="5468112"/>
            <a:ext cx="109728" cy="10972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28032" y="5349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Country-specific labour law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84464" y="1691640"/>
            <a:ext cx="3703320" cy="46177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284464" y="1691640"/>
            <a:ext cx="3703320" cy="6400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467344" y="16916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Reviews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0890504" y="1874520"/>
            <a:ext cx="96012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890504" y="187452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513064" y="2724912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741664" y="2606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permission matrix per role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513064" y="3410712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741664" y="3291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+ Security review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513064" y="4096512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741664" y="3977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non-standard grant → re-approve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513064" y="4782312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741664" y="46634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already present in tables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513064" y="5468112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741664" y="5349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or export report needed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Architecture · Deployment · Go-Live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Migration From Legacy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the biggest go-live risk — five questions determine everything else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6916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94760" y="16916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· custom app · SAP · Workday · PeopleSoft · other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377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volume?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94760" y="23774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count · historical years to migrate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063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94760" y="3063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(every slice, every change) vs. current state only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3749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style?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94760" y="37490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Big-bang (one weekend) vs. phased (dept-by-dept)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4480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44348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94760" y="44348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date drives priority order for everything downstream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83880" y="1691640"/>
            <a:ext cx="3566160" cy="4617720"/>
          </a:xfrm>
          <a:prstGeom prst="roundRect">
            <a:avLst>
              <a:gd name="adj" fmla="val 2051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321040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approach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321040" y="2414016"/>
            <a:ext cx="128016" cy="128016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549640" y="2331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scripts per module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321040" y="2898648"/>
            <a:ext cx="128016" cy="128016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549640" y="281635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via bulk-uploads → Bulk Framework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321040" y="3383280"/>
            <a:ext cx="128016" cy="128016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549640" y="330098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stamped upload_batch_id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321040" y="3867912"/>
            <a:ext cx="128016" cy="128016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549640" y="378561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report per module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321040" y="4352544"/>
            <a:ext cx="128016" cy="128016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549640" y="427024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migration on cutover day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321040" y="4837176"/>
            <a:ext cx="128016" cy="128016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549640" y="47548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 in staging, not in prod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321040" y="5321808"/>
            <a:ext cx="128016" cy="128016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549640" y="523951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Effective-dating preserved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321040" y="5806440"/>
            <a:ext cx="128016" cy="128016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549640" y="572414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history NOT migrated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Architecture · Deployment · Go-Live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Go-Live Pre-flight — 6 &amp; 4 Weeks Out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windows of preparation before code freeze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57784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577840" cy="5943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 before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606040"/>
            <a:ext cx="128016" cy="128016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populated with anonymised 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017520"/>
            <a:ext cx="128016" cy="128016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2880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 scripts written + UAT dry-run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429000"/>
            <a:ext cx="128016" cy="128016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3291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templates configured (not defaults)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840480"/>
            <a:ext cx="128016" cy="128016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3703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matrix populated per role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4251960"/>
            <a:ext cx="128016" cy="128016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" y="4114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groups defined (dept / region / entity)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4663440"/>
            <a:ext cx="128016" cy="128016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012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SCIM configured (if applicable)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5074920"/>
            <a:ext cx="128016" cy="128016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0120" y="4937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+ PITR verified via restore drill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5486400"/>
            <a:ext cx="128016" cy="128016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60120" y="5349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wired (Sentry · uptime · alerts)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5897880"/>
            <a:ext cx="128016" cy="128016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60120" y="5760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RUNBOOK.md drafted — top-10 scenarios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1691640"/>
            <a:ext cx="557784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17920" y="1691640"/>
            <a:ext cx="5577840" cy="5943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0" y="169164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 before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446520" y="2606040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72084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user group identified (~20 across depts)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46520" y="3017520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720840" y="2880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materials drafted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46520" y="3429000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720840" y="3291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model defined + escalation path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46520" y="3840480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720840" y="3703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date confirmed with stakeholders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46520" y="4251960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720840" y="4114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plan: announce · town hall · FAQ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46520" y="4663440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72084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read-only cutoff date agreed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46520" y="5074920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720840" y="4937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procedure walkthrough scheduled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46520" y="5486400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720840" y="5349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schedule set for cutover weekend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46520" y="5897880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720840" y="5760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team roles + responsibilities documented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Architecture · Deployment · Go-Live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Cutover Weekend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evening → Monday morning · Go/no-go gate on Sunday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18:00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0" y="1645920"/>
            <a:ext cx="90068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0" y="16916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legacy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20116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mode on legacy · final export for delta migration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42032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542032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20:00 → Sat 08:00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2542032"/>
            <a:ext cx="90068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26080" y="258775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29077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migration against Prod · reconciliation report · variance &gt; 0.1% needs HR sign-off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38144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438144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08:00 → Sun 20:00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0" y="3438144"/>
            <a:ext cx="90068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26080" y="3483864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0" y="380390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tests + critical user flows · pilot walkthrough · 24-hour observation window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334256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334256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20:00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0" y="4334256"/>
            <a:ext cx="90068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926080" y="4379976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decision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926080" y="470001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decision · if GO: announcement + banner · if NO-GO: documented rollback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230368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5230368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08:00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0" y="5230368"/>
            <a:ext cx="90068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926080" y="5276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926080" y="559612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fully read-only (kept 90 days) · support team on standby · hourly check-ins day 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Architecture · Deployment · Go-Live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Rollout Strategy — Pilot, Not Big-Bang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has enough moving parts (effective-dating · workflow · termination) that phased rollout is safer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974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97480" cy="4572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users, mix of employees, managers, HR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46704" y="1691640"/>
            <a:ext cx="26974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46704" y="1691640"/>
            <a:ext cx="269748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46704" y="1691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46704" y="2286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9584" y="274320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departments · fix issues from pilot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36208" y="1691640"/>
            <a:ext cx="26974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36208" y="1691640"/>
            <a:ext cx="2697480" cy="4572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36208" y="1691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2–N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36208" y="2286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19088" y="274320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departments per week until full org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25712" y="1691640"/>
            <a:ext cx="26974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125712" y="1691640"/>
            <a:ext cx="2697480" cy="4572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25712" y="1691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25712" y="2286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08592" y="274320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support (2-hour SLA) · weekly HR review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11292840" cy="2148840"/>
          </a:xfrm>
          <a:prstGeom prst="roundRect">
            <a:avLst>
              <a:gd name="adj" fmla="val 340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4251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model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2960" y="4837176"/>
            <a:ext cx="164592" cy="164592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97280" y="4709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 · Hypercare —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engineer during business hours · 30-min SLA · daily standup with HR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2960" y="5340096"/>
            <a:ext cx="164592" cy="164592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97280" y="5212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3–8 · Elevated —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2-hour SLA · weekly HR review · single engineer per issue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22960" y="5843016"/>
            <a:ext cx="164592" cy="164592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97280" y="5715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8+ · BAU —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support · Slack + ticketing · triage by P0/P1/P2/P3 severity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Architecture · Deployment · Go-Live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Baseline &amp; Success Metrics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monthly cost at 500 employees + KPIs to review during the first 90 days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 baseline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577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Pro (Prod)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51960" y="214884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~$25 + usage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532888"/>
            <a:ext cx="55778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53288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Pro (UAT)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51960" y="253288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~$25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916936"/>
            <a:ext cx="5577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91693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Free (Dev)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251960" y="2916936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300984"/>
            <a:ext cx="55778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30098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(frontend)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251960" y="3300984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$0–$20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685032"/>
            <a:ext cx="5577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6850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(email)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251960" y="368503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55778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40690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(errors)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251960" y="406908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$0–$26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453128"/>
            <a:ext cx="5577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44531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BetterStack (uptime)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251960" y="445312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$0–$18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4837176"/>
            <a:ext cx="5577840" cy="457200"/>
          </a:xfrm>
          <a:prstGeom prst="rect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4360" y="483717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total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51960" y="483717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~$100–$150 / month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1691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— first 90 days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309360" y="2148840"/>
            <a:ext cx="5440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46520" y="214884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955280" y="214884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active by week 4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09360" y="2926080"/>
            <a:ext cx="5440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46520" y="29260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 days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955280" y="292608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workflow approval time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309360" y="3703320"/>
            <a:ext cx="5440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46520" y="37033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99.5%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955280" y="370332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(incl. planned maintenance)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309360" y="4480560"/>
            <a:ext cx="5440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46520" y="44805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955280" y="448056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incidents (target)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309360" y="5257800"/>
            <a:ext cx="5440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46520" y="525780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7955280" y="525780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volume trend (weekly)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Architecture · Deployment · Go-Live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Risks &amp; Gaps to Close Before Go-Live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by likelihood × impact — do the top four before anything else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114800" cy="384048"/>
          </a:xfrm>
          <a:prstGeom prst="rect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691640"/>
            <a:ext cx="1371600" cy="384048"/>
          </a:xfrm>
          <a:prstGeom prst="rect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63440" y="16916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1691640"/>
            <a:ext cx="1280160" cy="384048"/>
          </a:xfrm>
          <a:prstGeom prst="rect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16916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23760" y="1691640"/>
            <a:ext cx="4526280" cy="384048"/>
          </a:xfrm>
          <a:prstGeom prst="rect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0" y="1691640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075688"/>
            <a:ext cx="4114800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075688"/>
            <a:ext cx="73152" cy="5257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075688"/>
            <a:ext cx="38404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environment doesn't exist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2075688"/>
            <a:ext cx="1371600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2075688"/>
            <a:ext cx="118872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0" y="2075688"/>
            <a:ext cx="1280160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35040" y="2075688"/>
            <a:ext cx="10972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23760" y="2075688"/>
            <a:ext cx="4526280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0" y="2075688"/>
            <a:ext cx="43434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prowess-uat before starting migration work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601468"/>
            <a:ext cx="4114800" cy="5257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2601468"/>
            <a:ext cx="73152" cy="5257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2601468"/>
            <a:ext cx="38404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restore never drilled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0" y="2601468"/>
            <a:ext cx="1371600" cy="5257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63440" y="2601468"/>
            <a:ext cx="118872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43600" y="2601468"/>
            <a:ext cx="1280160" cy="5257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35040" y="2601468"/>
            <a:ext cx="10972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223760" y="2601468"/>
            <a:ext cx="4526280" cy="5257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0" y="2601468"/>
            <a:ext cx="43434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drill against a scratch project before go-live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3127248"/>
            <a:ext cx="4114800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" y="3127248"/>
            <a:ext cx="73152" cy="5257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0080" y="3127248"/>
            <a:ext cx="38404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 from legacy scoped later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0" y="3127248"/>
            <a:ext cx="1371600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63440" y="3127248"/>
            <a:ext cx="118872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943600" y="3127248"/>
            <a:ext cx="1280160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035040" y="3127248"/>
            <a:ext cx="10972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223760" y="3127248"/>
            <a:ext cx="4526280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315200" y="3127248"/>
            <a:ext cx="43434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scoping now — often the go-live blocker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3653028"/>
            <a:ext cx="4114800" cy="5257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57200" y="3653028"/>
            <a:ext cx="73152" cy="5257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0080" y="3653028"/>
            <a:ext cx="38404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observability wired end-to-end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0" y="3653028"/>
            <a:ext cx="1371600" cy="5257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663440" y="3653028"/>
            <a:ext cx="118872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943600" y="3653028"/>
            <a:ext cx="1280160" cy="5257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035040" y="3653028"/>
            <a:ext cx="10972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223760" y="3653028"/>
            <a:ext cx="4526280" cy="5257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315200" y="3653028"/>
            <a:ext cx="43434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+ uptime + alerting before go-live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57200" y="4178808"/>
            <a:ext cx="4114800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57200" y="4178808"/>
            <a:ext cx="73152" cy="5257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40080" y="4178808"/>
            <a:ext cx="38404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anonymisation script for UAT refresh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572000" y="4178808"/>
            <a:ext cx="1371600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663440" y="4178808"/>
            <a:ext cx="118872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943600" y="4178808"/>
            <a:ext cx="1280160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035040" y="4178808"/>
            <a:ext cx="10972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223760" y="4178808"/>
            <a:ext cx="4526280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315200" y="4178808"/>
            <a:ext cx="43434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before first UAT data refresh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57200" y="4704588"/>
            <a:ext cx="4114800" cy="5257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57200" y="4704588"/>
            <a:ext cx="73152" cy="5257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40080" y="4704588"/>
            <a:ext cx="38404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REPLACE drops prior logic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572000" y="4704588"/>
            <a:ext cx="1371600" cy="5257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663440" y="4704588"/>
            <a:ext cx="118872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943600" y="4704588"/>
            <a:ext cx="1280160" cy="5257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035040" y="4704588"/>
            <a:ext cx="10972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7223760" y="4704588"/>
            <a:ext cx="4526280" cy="5257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315200" y="4704588"/>
            <a:ext cx="43434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 reviewed vs current body (Termination mig 611)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57200" y="5230368"/>
            <a:ext cx="4114800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457200" y="5230368"/>
            <a:ext cx="73152" cy="52578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40080" y="5230368"/>
            <a:ext cx="38404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SSO integration yet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572000" y="5230368"/>
            <a:ext cx="1371600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663440" y="5230368"/>
            <a:ext cx="118872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5943600" y="5230368"/>
            <a:ext cx="1280160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035040" y="5230368"/>
            <a:ext cx="10972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7223760" y="5230368"/>
            <a:ext cx="4526280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7315200" y="5230368"/>
            <a:ext cx="43434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with password auth · SSO can follow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457200" y="5756148"/>
            <a:ext cx="4114800" cy="5257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457200" y="5756148"/>
            <a:ext cx="73152" cy="52578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640080" y="5756148"/>
            <a:ext cx="38404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"who viewed whom" audit log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4572000" y="5756148"/>
            <a:ext cx="1371600" cy="5257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663440" y="5756148"/>
            <a:ext cx="118872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5943600" y="5756148"/>
            <a:ext cx="1280160" cy="5257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6035040" y="5756148"/>
            <a:ext cx="10972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7223760" y="5756148"/>
            <a:ext cx="4526280" cy="5257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7315200" y="5756148"/>
            <a:ext cx="43434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blocking for internal HRMS · required for regulated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Architecture · Deployment · Go-Live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Decisions Needed Before Anything Else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to these questions reshape the priority order of everything downstream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594360" cy="59436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920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 today?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3774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UAT exist? What Supabase project IDs are in use?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9632" y="16916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28232" y="1920240"/>
            <a:ext cx="594360" cy="59436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28232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159752" y="1920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plan tier?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59752" y="23774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Prod on the Supabase tier that supports PITR + daily backup?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5800" y="3474720"/>
            <a:ext cx="594360" cy="59436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474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34747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Single-tenant or multi?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9319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org deployment, or Prowess destined to be multi-tenant?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99632" y="324612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28232" y="3474720"/>
            <a:ext cx="594360" cy="59436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28232" y="3474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59752" y="34747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HRMS migration?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59752" y="39319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system, what fidelity, what deadline?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80060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85800" y="5029200"/>
            <a:ext cx="594360" cy="59436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" y="5029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417320" y="50292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go-live date?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17320" y="54864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by business, or engineering-driven?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99632" y="480060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28232" y="5029200"/>
            <a:ext cx="594360" cy="59436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28232" y="5029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159752" y="50292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obligations?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159752" y="54864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/ SOC 2 / country-specific labour law?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Architecture · Deployment · Go-Live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686800" y="-1828800"/>
            <a:ext cx="7315200" cy="7315200"/>
          </a:xfrm>
          <a:prstGeom prst="ellipse">
            <a:avLst/>
          </a:prstGeom>
          <a:solidFill>
            <a:srgbClr val="4F46E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2743200" y="3200400"/>
            <a:ext cx="5486400" cy="5486400"/>
          </a:xfrm>
          <a:prstGeom prst="ellipse">
            <a:avLst/>
          </a:prstGeom>
          <a:solidFill>
            <a:srgbClr val="0891B2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· not final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Document.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Adjust as reality intrudes.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docs/prowess-architecture-and-deployment.md 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full reference · 13 sections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5852160"/>
            <a:ext cx="137160" cy="5486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5852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6 decisions on the prior slide → we sharpen the execution plan.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2881</Words>
  <Application>Microsoft Macintosh PowerPoint</Application>
  <PresentationFormat>Widescreen</PresentationFormat>
  <Paragraphs>510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Prowess HRMS — Architecture, Deployment &amp; Go-Live</dc:title>
  <dc:subject>PptxGenJS Presentation</dc:subject>
  <dc:creator>Prowess Engineering</dc:creator>
  <cp:lastModifiedBy>VijeyAananth SR</cp:lastModifiedBy>
  <cp:revision>1</cp:revision>
  <dcterms:created xsi:type="dcterms:W3CDTF">2026-07-05T09:25:43Z</dcterms:created>
  <dcterms:modified xsi:type="dcterms:W3CDTF">2026-07-06T05:44:56Z</dcterms:modified>
</cp:coreProperties>
</file>