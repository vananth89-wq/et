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</a:rPr>
              <a:t>PROWESS · ENGINEERING PLAYBOOK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Workflow-Gated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Pattern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48640" y="4206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UI language for every employee-profile portlet that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changes through workflow approval.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· Personal · Contact · Employment · Passport · Emergency Contact · Education · Dependents · Bank Accounts · Job Relationships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217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behaviour, seven different visual languages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972800" cy="3291840"/>
        </p:xfrm>
        <a:graphic>
          <a:graphicData uri="http://schemas.openxmlformats.org/drawingml/2006/table">
            <a:tbl>
              <a:tblPr/>
              <a:tblGrid>
                <a:gridCol w="2377440"/>
                <a:gridCol w="1463040"/>
                <a:gridCol w="2011680"/>
                <a:gridCol w="1737360"/>
                <a:gridCol w="173736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modal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refresh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Accounts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duplicate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Relationships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0972800" cy="100584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44068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the drift: 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separate re-implementations of the same section-title JSX · unreliable "pending" signal · users confused when to expect an approval modal · every new portlet becomes another one-off.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· Workflow-Gated Section Pattern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pattern. Four canonical moments.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51760" cy="36576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submit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2918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Routing-preview modal opens.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exact approver chain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comment field.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51760" cy="36576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2148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submit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32918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threads the comment 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submit_change_request / wf_submit.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refresh instantly.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651760" cy="36576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pending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0" y="32918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"WORKFLOW PENDING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APPROVAL" pill + "View approval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progress" link. Edit disabled.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1828800"/>
            <a:ext cx="2651760" cy="365760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9760" y="2148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approval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09760" y="32918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trigger applies the change.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 disappears, edit becomes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again.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experience is identical no matter which portlet they touch.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· Workflow-Gated Section Pattern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LOOKS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language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583680" cy="4114800"/>
          </a:xfrm>
          <a:prstGeom prst="rect">
            <a:avLst>
              <a:gd name="adj" fmla="val 1111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94560" y="1993392"/>
            <a:ext cx="2926080" cy="292608"/>
          </a:xfrm>
          <a:prstGeom prst="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9456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PENDING APPROVAL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approval progress 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6035040" cy="502920"/>
          </a:xfrm>
          <a:prstGeom prst="rect">
            <a:avLst>
              <a:gd name="adj" fmla="val 9091"/>
            </a:avLst>
          </a:prstGeom>
          <a:solidFill>
            <a:srgbClr val="FFFBEB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880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 change is pending approval. Editing is paused.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6035040" cy="2011680"/>
          </a:xfrm>
          <a:prstGeom prst="rect">
            <a:avLst>
              <a:gd name="adj" fmla="val 2273"/>
            </a:avLst>
          </a:prstGeom>
          <a:solidFill>
            <a:srgbClr val="FAFBFF"/>
          </a:solidFill>
          <a:ln w="6350">
            <a:solidFill>
              <a:srgbClr val="E0E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Information Technology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Degree · Anna University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3749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572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Jun 2018 – 21 Oct 2022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0" y="4572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/ GPA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elements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0" y="251460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2468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0" y="2743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"WORKFLOW PENDING APPROVAL" – all caps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333756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link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0" y="3566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"View approval progress →" (was mixed: "View progress" vs "View approval progress")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98080" y="416052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3891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X change is pending approval. Editing is paused." – proper article, canonical wording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4983480"/>
            <a:ext cx="182880" cy="1828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937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52120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 buttons hidden while pending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· Workflow-Gated Section Pattern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SUBMIT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preview modal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1737360"/>
            <a:ext cx="6675120" cy="4480560"/>
          </a:xfrm>
          <a:prstGeom prst="rect">
            <a:avLst>
              <a:gd name="adj" fmla="val 1020"/>
            </a:avLst>
          </a:prstGeom>
          <a:solidFill>
            <a:srgbClr val="FFFFFF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17520" y="1874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Approval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17520" y="2240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— Reeshethaa NATARAJAN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ROUTING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3063240"/>
            <a:ext cx="640080" cy="640080"/>
          </a:xfrm>
          <a:prstGeom prst="ellipse">
            <a:avLst/>
          </a:prstGeom>
          <a:solidFill>
            <a:srgbClr val="0875E1"/>
          </a:solidFill>
          <a:ln w="12700">
            <a:solidFill>
              <a:srgbClr val="087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3749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03320" y="31089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30632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3749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31089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749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Head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31089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18120" y="3063240"/>
            <a:ext cx="640080" cy="640080"/>
          </a:xfrm>
          <a:prstGeom prst="ellips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35240" y="37490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(optional)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17520" y="4572000"/>
            <a:ext cx="6126480" cy="822960"/>
          </a:xfrm>
          <a:prstGeom prst="rect">
            <a:avLst>
              <a:gd name="adj" fmla="val 3333"/>
            </a:avLst>
          </a:prstGeom>
          <a:solidFill>
            <a:srgbClr val="FAFB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08960" y="4617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 through to submit_change_request / wf_submit as p_comment.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69280" y="553212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5532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0" y="553212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modal exposes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2286000"/>
            <a:ext cx="2194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chain of approvers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role is resolved (member, role, manager)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recipients</a:t>
            </a:r>
            <a:endParaRPr lang="en-US" sz="1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else will be notified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comment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approvers as p_comment on the RPC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· Workflow-Gated Section Pattern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4688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68880" y="1965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Save.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Portlet validates + uploads.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items to WorkflowSubmitModal.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23317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578608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78608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468880" y="26243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68880" y="289864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routing chain via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useWorkflowParticipants.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adds optional comment.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326440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511296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511296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468880" y="355701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468880" y="3831336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submit_dependent_set / upsert_education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etc. — accepts p_comment DEFAULT NULL.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419709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443984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443984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468880" y="448970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468880" y="4764024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submit_change_request 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wf_submit threads p_comment through.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lands in workflow_pending_changes.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51297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2960" y="5376672"/>
            <a:ext cx="137160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376672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468880" y="5422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refresh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468880" y="569671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onChanged fires (both paths).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refetchGates repopulates the pill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 progress link instantly.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· Workflow-Gated Section Pattern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status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0972800" cy="338328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1371600"/>
                <a:gridCol w="1554480"/>
                <a:gridCol w="182880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p_comment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 refresh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Accounts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Relationships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/ Personal / Contact /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/ Passport / Emergency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(inline in MyProfile)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86400"/>
            <a:ext cx="10972800" cy="822960"/>
          </a:xfrm>
          <a:prstGeom prst="rect">
            <a:avLst/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6235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portlets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refactored to the shared pattern.  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inline sections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had the modal from before; got the Insert/Edit button-hidden fix today.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· Workflow-Gated Section Pattern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workflow-gated portlet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280160"/>
          </a:xfrm>
          <a:prstGeom prst="rect">
            <a:avLst>
              <a:gd name="adj" fmla="val 357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74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p_comment TEXT DEFAULT NULL to your submit RPC. Thread it into submit_change_request or wf_submit as the p_comment arg.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94960" cy="1280160"/>
          </a:xfrm>
          <a:prstGeom prst="rect">
            <a:avLst>
              <a:gd name="adj" fmla="val 357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874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Portlet props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1945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workflowGated?: boolean and employeeName?: string. Wire them from MyProfile: workflowGated={activeGates.has('profile_X')}, employeeName={emp?.name}.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5394960" cy="1280160"/>
          </a:xfrm>
          <a:prstGeom prst="rect">
            <a:avLst>
              <a:gd name="adj" fmla="val 357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291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submit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6118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build-payload from callRpc-with-comment. If workflowGated, setPendingConfirm({items}); else call RPC directly.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154680"/>
            <a:ext cx="5394960" cy="1280160"/>
          </a:xfrm>
          <a:prstGeom prst="rect">
            <a:avLst>
              <a:gd name="adj" fmla="val 357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3832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32320" y="3291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modal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6118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&lt;WorkflowSubmitModal open={!!pendingConfirm} moduleCode="profile_X" onConfirm={handleConfirmSubmit} /&gt;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5394960" cy="1280160"/>
          </a:xfrm>
          <a:prstGeom prst="rect">
            <a:avLst>
              <a:gd name="adj" fmla="val 357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800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63040" y="47091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029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header + alert bar in &lt;WorkflowGatedSection icon={...} title={...} pendingCount={sectionTitle.pending} changeNoun="X change" /&gt;.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572000"/>
            <a:ext cx="5394960" cy="1280160"/>
          </a:xfrm>
          <a:prstGeom prst="rect">
            <a:avLst>
              <a:gd name="adj" fmla="val 3571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8006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32320" y="47091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onChanged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502920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onChanged?.() on BOTH workflow AND direct-write paths. Missing this = pill doesn't appear without page refresh.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· Workflow-Gated Section Pattern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P_COMMENT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RPC signature convention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mig 396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3840480"/>
          </a:xfrm>
          <a:prstGeom prst="rect">
            <a:avLst>
              <a:gd name="adj" fmla="val 714"/>
            </a:avLst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3317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upsert_education(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p_employee_id    uuid,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p_education_data jsonb,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p_education_id   uuid DEFAULT NULL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v_is_path_a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submit_change_request(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'profile_education',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p_education_id,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p_education_data,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'update'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no comment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mig 693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240280"/>
            <a:ext cx="5394960" cy="3840480"/>
          </a:xfrm>
          <a:prstGeom prst="rect">
            <a:avLst>
              <a:gd name="adj" fmla="val 714"/>
            </a:avLst>
          </a:prstGeom>
          <a:solidFill>
            <a:srgbClr val="EEF2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33172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FUNCTION upsert_education(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p_employee_id    uuid,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p_education_data jsonb,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p_education_id   uuid DEFAULT NULL,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p_force_path_a   boolean DEFAULT false,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p_comment        text DEFAULT NULL   -- new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v_is_path_a THEN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submit_change_request(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'profile_education',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p_education_id,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p_education_data,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'update',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NULLIF(trim(COALESCE(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p_comment, '')), '')             -- threaded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IF;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compatible: 3-arg callers still work — p_comment defaults to NULL.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· Workflow-Gated Section Pattern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pattern.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migrations.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portlets.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SHIPPED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&lt;WorkflowGatedSection&gt; component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modal + comment for 4 portlets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692–696 (all backward-compatible)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onChanged fix — no page refresh required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Insert/Edit hidden while pending (6 inline sections)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0" y="4114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443484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 submitted change" preview (Phase 3)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EmployeeEditPanel admin-variant styling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everything to UAT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alert-bar for 6 inline sections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Prowess Engineering · July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2026-08-02T07:24:55Z</dcterms:created>
  <dcterms:modified xsi:type="dcterms:W3CDTF">2026-08-02T07:24:55Z</dcterms:modified>
</cp:coreProperties>
</file>